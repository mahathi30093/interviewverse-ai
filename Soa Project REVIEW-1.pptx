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15"/>
  </p:notesMasterIdLst>
  <p:sldIdLst>
    <p:sldId id="262" r:id="rId3"/>
    <p:sldId id="707" r:id="rId4"/>
    <p:sldId id="257" r:id="rId5"/>
    <p:sldId id="903" r:id="rId6"/>
    <p:sldId id="902" r:id="rId7"/>
    <p:sldId id="258" r:id="rId8"/>
    <p:sldId id="904" r:id="rId9"/>
    <p:sldId id="907" r:id="rId10"/>
    <p:sldId id="259" r:id="rId11"/>
    <p:sldId id="260" r:id="rId12"/>
    <p:sldId id="908" r:id="rId13"/>
    <p:sldId id="905"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237C6A5-21CA-4881-AEC9-B5EE4CF96F4D}" v="85" dt="2026-08-20T09:28:48.98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89605" autoAdjust="0"/>
  </p:normalViewPr>
  <p:slideViewPr>
    <p:cSldViewPr snapToGrid="0">
      <p:cViewPr varScale="1">
        <p:scale>
          <a:sx n="85" d="100"/>
          <a:sy n="85" d="100"/>
        </p:scale>
        <p:origin x="590"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theme" Target="theme/theme1.xml"/><Relationship Id="rId3" Type="http://schemas.openxmlformats.org/officeDocument/2006/relationships/slide" Target="slides/slide1.xml"/><Relationship Id="rId21" Type="http://schemas.microsoft.com/office/2015/10/relationships/revisionInfo" Target="revisionInfo.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mani Mahathi" userId="ba111c738731499d" providerId="LiveId" clId="{DA755742-E34B-4086-A28C-6A354DEF37C3}"/>
    <pc:docChg chg="undo custSel addSld delSld modSld sldOrd">
      <pc:chgData name="Emani Mahathi" userId="ba111c738731499d" providerId="LiveId" clId="{DA755742-E34B-4086-A28C-6A354DEF37C3}" dt="2026-08-20T09:29:53.598" v="1737" actId="14100"/>
      <pc:docMkLst>
        <pc:docMk/>
      </pc:docMkLst>
      <pc:sldChg chg="addSp modSp mod">
        <pc:chgData name="Emani Mahathi" userId="ba111c738731499d" providerId="LiveId" clId="{DA755742-E34B-4086-A28C-6A354DEF37C3}" dt="2026-08-20T08:02:05.427" v="1618" actId="12"/>
        <pc:sldMkLst>
          <pc:docMk/>
          <pc:sldMk cId="1843937772" sldId="257"/>
        </pc:sldMkLst>
        <pc:spChg chg="add mod">
          <ac:chgData name="Emani Mahathi" userId="ba111c738731499d" providerId="LiveId" clId="{DA755742-E34B-4086-A28C-6A354DEF37C3}" dt="2026-08-20T08:02:05.427" v="1618" actId="12"/>
          <ac:spMkLst>
            <pc:docMk/>
            <pc:sldMk cId="1843937772" sldId="257"/>
            <ac:spMk id="2" creationId="{A169CAD0-610D-593F-F180-548CC0C99BDB}"/>
          </ac:spMkLst>
        </pc:spChg>
        <pc:spChg chg="mod">
          <ac:chgData name="Emani Mahathi" userId="ba111c738731499d" providerId="LiveId" clId="{DA755742-E34B-4086-A28C-6A354DEF37C3}" dt="2026-08-19T15:44:09.009" v="365" actId="207"/>
          <ac:spMkLst>
            <pc:docMk/>
            <pc:sldMk cId="1843937772" sldId="257"/>
            <ac:spMk id="5" creationId="{8DBD4C9C-9DEB-26F4-AA75-F51C06DD64DC}"/>
          </ac:spMkLst>
        </pc:spChg>
      </pc:sldChg>
      <pc:sldChg chg="addSp delSp modSp mod">
        <pc:chgData name="Emani Mahathi" userId="ba111c738731499d" providerId="LiveId" clId="{DA755742-E34B-4086-A28C-6A354DEF37C3}" dt="2026-08-20T05:40:24.541" v="1135" actId="1076"/>
        <pc:sldMkLst>
          <pc:docMk/>
          <pc:sldMk cId="2065876014" sldId="258"/>
        </pc:sldMkLst>
        <pc:spChg chg="mod">
          <ac:chgData name="Emani Mahathi" userId="ba111c738731499d" providerId="LiveId" clId="{DA755742-E34B-4086-A28C-6A354DEF37C3}" dt="2026-08-20T05:40:24.541" v="1135" actId="1076"/>
          <ac:spMkLst>
            <pc:docMk/>
            <pc:sldMk cId="2065876014" sldId="258"/>
            <ac:spMk id="5" creationId="{C00062CA-E93E-DFB0-5A22-1412AB9A6752}"/>
          </ac:spMkLst>
        </pc:spChg>
        <pc:picChg chg="add mod">
          <ac:chgData name="Emani Mahathi" userId="ba111c738731499d" providerId="LiveId" clId="{DA755742-E34B-4086-A28C-6A354DEF37C3}" dt="2026-08-20T05:40:19.648" v="1134" actId="1076"/>
          <ac:picMkLst>
            <pc:docMk/>
            <pc:sldMk cId="2065876014" sldId="258"/>
            <ac:picMk id="3" creationId="{74C4A868-9DCB-C61C-FF3E-0E6D50FB6ABE}"/>
          </ac:picMkLst>
        </pc:picChg>
        <pc:picChg chg="del mod">
          <ac:chgData name="Emani Mahathi" userId="ba111c738731499d" providerId="LiveId" clId="{DA755742-E34B-4086-A28C-6A354DEF37C3}" dt="2026-08-19T16:03:13.470" v="586" actId="21"/>
          <ac:picMkLst>
            <pc:docMk/>
            <pc:sldMk cId="2065876014" sldId="258"/>
            <ac:picMk id="3" creationId="{7777B92A-0C12-D39A-8847-98719E7B6FFF}"/>
          </ac:picMkLst>
        </pc:picChg>
        <pc:picChg chg="add del">
          <ac:chgData name="Emani Mahathi" userId="ba111c738731499d" providerId="LiveId" clId="{DA755742-E34B-4086-A28C-6A354DEF37C3}" dt="2026-08-20T04:45:49.249" v="1095" actId="22"/>
          <ac:picMkLst>
            <pc:docMk/>
            <pc:sldMk cId="2065876014" sldId="258"/>
            <ac:picMk id="3" creationId="{D4D3DC46-CB64-8BB8-6BF3-AC6B24558DD9}"/>
          </ac:picMkLst>
        </pc:picChg>
        <pc:picChg chg="add del mod">
          <ac:chgData name="Emani Mahathi" userId="ba111c738731499d" providerId="LiveId" clId="{DA755742-E34B-4086-A28C-6A354DEF37C3}" dt="2026-08-20T04:45:45.576" v="1093" actId="21"/>
          <ac:picMkLst>
            <pc:docMk/>
            <pc:sldMk cId="2065876014" sldId="258"/>
            <ac:picMk id="4" creationId="{97EDE244-5BB3-3733-05ED-166A6EF270F4}"/>
          </ac:picMkLst>
        </pc:picChg>
        <pc:picChg chg="add del mod">
          <ac:chgData name="Emani Mahathi" userId="ba111c738731499d" providerId="LiveId" clId="{DA755742-E34B-4086-A28C-6A354DEF37C3}" dt="2026-08-20T04:46:10.931" v="1098" actId="21"/>
          <ac:picMkLst>
            <pc:docMk/>
            <pc:sldMk cId="2065876014" sldId="258"/>
            <ac:picMk id="6" creationId="{681D5AF7-39C7-DA88-4A12-43D7B1D2977A}"/>
          </ac:picMkLst>
        </pc:picChg>
        <pc:picChg chg="add mod">
          <ac:chgData name="Emani Mahathi" userId="ba111c738731499d" providerId="LiveId" clId="{DA755742-E34B-4086-A28C-6A354DEF37C3}" dt="2026-08-19T16:03:17.630" v="587" actId="1076"/>
          <ac:picMkLst>
            <pc:docMk/>
            <pc:sldMk cId="2065876014" sldId="258"/>
            <ac:picMk id="7" creationId="{C19B899C-1189-03D8-3B1C-6741A8317216}"/>
          </ac:picMkLst>
        </pc:picChg>
        <pc:picChg chg="add del mod">
          <ac:chgData name="Emani Mahathi" userId="ba111c738731499d" providerId="LiveId" clId="{DA755742-E34B-4086-A28C-6A354DEF37C3}" dt="2026-08-20T05:40:03.095" v="1132" actId="21"/>
          <ac:picMkLst>
            <pc:docMk/>
            <pc:sldMk cId="2065876014" sldId="258"/>
            <ac:picMk id="9" creationId="{5E4DEA2F-2985-3AD0-F448-95148F9ADD71}"/>
          </ac:picMkLst>
        </pc:picChg>
      </pc:sldChg>
      <pc:sldChg chg="addSp modSp mod">
        <pc:chgData name="Emani Mahathi" userId="ba111c738731499d" providerId="LiveId" clId="{DA755742-E34B-4086-A28C-6A354DEF37C3}" dt="2026-08-19T15:44:40.029" v="370" actId="207"/>
        <pc:sldMkLst>
          <pc:docMk/>
          <pc:sldMk cId="3524135319" sldId="259"/>
        </pc:sldMkLst>
        <pc:spChg chg="add mod">
          <ac:chgData name="Emani Mahathi" userId="ba111c738731499d" providerId="LiveId" clId="{DA755742-E34B-4086-A28C-6A354DEF37C3}" dt="2026-08-19T15:41:26.842" v="340" actId="1076"/>
          <ac:spMkLst>
            <pc:docMk/>
            <pc:sldMk cId="3524135319" sldId="259"/>
            <ac:spMk id="4" creationId="{486D1D1C-8D6D-DDC3-0DDC-59A928EE5A41}"/>
          </ac:spMkLst>
        </pc:spChg>
        <pc:spChg chg="mod">
          <ac:chgData name="Emani Mahathi" userId="ba111c738731499d" providerId="LiveId" clId="{DA755742-E34B-4086-A28C-6A354DEF37C3}" dt="2026-08-19T15:44:40.029" v="370" actId="207"/>
          <ac:spMkLst>
            <pc:docMk/>
            <pc:sldMk cId="3524135319" sldId="259"/>
            <ac:spMk id="5" creationId="{D4387226-F29E-0041-5581-4EF07C7198F1}"/>
          </ac:spMkLst>
        </pc:spChg>
      </pc:sldChg>
      <pc:sldChg chg="addSp delSp modSp mod">
        <pc:chgData name="Emani Mahathi" userId="ba111c738731499d" providerId="LiveId" clId="{DA755742-E34B-4086-A28C-6A354DEF37C3}" dt="2026-08-20T08:03:16.445" v="1627" actId="123"/>
        <pc:sldMkLst>
          <pc:docMk/>
          <pc:sldMk cId="4118855268" sldId="260"/>
        </pc:sldMkLst>
        <pc:spChg chg="del mod">
          <ac:chgData name="Emani Mahathi" userId="ba111c738731499d" providerId="LiveId" clId="{DA755742-E34B-4086-A28C-6A354DEF37C3}" dt="2026-08-19T16:23:41.531" v="829" actId="21"/>
          <ac:spMkLst>
            <pc:docMk/>
            <pc:sldMk cId="4118855268" sldId="260"/>
            <ac:spMk id="2" creationId="{3F0303AA-CEE8-2513-1736-59CB3A5EF8E4}"/>
          </ac:spMkLst>
        </pc:spChg>
        <pc:spChg chg="mod">
          <ac:chgData name="Emani Mahathi" userId="ba111c738731499d" providerId="LiveId" clId="{DA755742-E34B-4086-A28C-6A354DEF37C3}" dt="2026-08-19T16:23:58.730" v="831" actId="1076"/>
          <ac:spMkLst>
            <pc:docMk/>
            <pc:sldMk cId="4118855268" sldId="260"/>
            <ac:spMk id="5" creationId="{9EF7CE10-08D9-83CF-7508-12575531E1E0}"/>
          </ac:spMkLst>
        </pc:spChg>
        <pc:spChg chg="add mod">
          <ac:chgData name="Emani Mahathi" userId="ba111c738731499d" providerId="LiveId" clId="{DA755742-E34B-4086-A28C-6A354DEF37C3}" dt="2026-08-20T08:03:16.445" v="1627" actId="123"/>
          <ac:spMkLst>
            <pc:docMk/>
            <pc:sldMk cId="4118855268" sldId="260"/>
            <ac:spMk id="6" creationId="{A9E80640-AE6B-C1B8-980F-F94AF7F82E17}"/>
          </ac:spMkLst>
        </pc:spChg>
        <pc:picChg chg="mod">
          <ac:chgData name="Emani Mahathi" userId="ba111c738731499d" providerId="LiveId" clId="{DA755742-E34B-4086-A28C-6A354DEF37C3}" dt="2026-08-19T16:23:47.220" v="830" actId="1076"/>
          <ac:picMkLst>
            <pc:docMk/>
            <pc:sldMk cId="4118855268" sldId="260"/>
            <ac:picMk id="4" creationId="{F971D25F-D310-56FA-A58E-B7B79C7D857D}"/>
          </ac:picMkLst>
        </pc:picChg>
      </pc:sldChg>
      <pc:sldChg chg="addSp delSp modSp mod">
        <pc:chgData name="Emani Mahathi" userId="ba111c738731499d" providerId="LiveId" clId="{DA755742-E34B-4086-A28C-6A354DEF37C3}" dt="2026-08-20T09:21:31.014" v="1707" actId="20577"/>
        <pc:sldMkLst>
          <pc:docMk/>
          <pc:sldMk cId="2247602601" sldId="262"/>
        </pc:sldMkLst>
        <pc:spChg chg="add mod">
          <ac:chgData name="Emani Mahathi" userId="ba111c738731499d" providerId="LiveId" clId="{DA755742-E34B-4086-A28C-6A354DEF37C3}" dt="2026-08-20T08:10:47.144" v="1641" actId="255"/>
          <ac:spMkLst>
            <pc:docMk/>
            <pc:sldMk cId="2247602601" sldId="262"/>
            <ac:spMk id="3" creationId="{90D07009-933A-63DA-3E39-3B5E7903CA7F}"/>
          </ac:spMkLst>
        </pc:spChg>
        <pc:spChg chg="add del">
          <ac:chgData name="Emani Mahathi" userId="ba111c738731499d" providerId="LiveId" clId="{DA755742-E34B-4086-A28C-6A354DEF37C3}" dt="2026-08-19T16:54:53.400" v="841" actId="22"/>
          <ac:spMkLst>
            <pc:docMk/>
            <pc:sldMk cId="2247602601" sldId="262"/>
            <ac:spMk id="3" creationId="{F3828DAA-807D-6466-3E97-0AF0B4FD2990}"/>
          </ac:spMkLst>
        </pc:spChg>
        <pc:spChg chg="del">
          <ac:chgData name="Emani Mahathi" userId="ba111c738731499d" providerId="LiveId" clId="{DA755742-E34B-4086-A28C-6A354DEF37C3}" dt="2026-08-19T16:06:20.226" v="596" actId="21"/>
          <ac:spMkLst>
            <pc:docMk/>
            <pc:sldMk cId="2247602601" sldId="262"/>
            <ac:spMk id="4" creationId="{4EE5F681-D3B5-BC4B-8AA4-5688DCEEFB44}"/>
          </ac:spMkLst>
        </pc:spChg>
        <pc:spChg chg="add del mod">
          <ac:chgData name="Emani Mahathi" userId="ba111c738731499d" providerId="LiveId" clId="{DA755742-E34B-4086-A28C-6A354DEF37C3}" dt="2026-08-20T08:10:36.384" v="1640" actId="21"/>
          <ac:spMkLst>
            <pc:docMk/>
            <pc:sldMk cId="2247602601" sldId="262"/>
            <ac:spMk id="5" creationId="{648C9ACF-F3E5-D137-20AE-F12F5EDB5A60}"/>
          </ac:spMkLst>
        </pc:spChg>
        <pc:spChg chg="add del mod">
          <ac:chgData name="Emani Mahathi" userId="ba111c738731499d" providerId="LiveId" clId="{DA755742-E34B-4086-A28C-6A354DEF37C3}" dt="2026-08-19T16:54:49.958" v="839" actId="21"/>
          <ac:spMkLst>
            <pc:docMk/>
            <pc:sldMk cId="2247602601" sldId="262"/>
            <ac:spMk id="14" creationId="{DD4CF64F-3FB6-0CE4-B778-63C5D5A1D343}"/>
          </ac:spMkLst>
        </pc:spChg>
        <pc:spChg chg="mod">
          <ac:chgData name="Emani Mahathi" userId="ba111c738731499d" providerId="LiveId" clId="{DA755742-E34B-4086-A28C-6A354DEF37C3}" dt="2026-08-20T09:21:31.014" v="1707" actId="20577"/>
          <ac:spMkLst>
            <pc:docMk/>
            <pc:sldMk cId="2247602601" sldId="262"/>
            <ac:spMk id="16" creationId="{500C0830-A1CA-96AE-68D2-18C57ABE4802}"/>
          </ac:spMkLst>
        </pc:spChg>
        <pc:spChg chg="mod">
          <ac:chgData name="Emani Mahathi" userId="ba111c738731499d" providerId="LiveId" clId="{DA755742-E34B-4086-A28C-6A354DEF37C3}" dt="2026-08-19T16:56:45.091" v="853" actId="1076"/>
          <ac:spMkLst>
            <pc:docMk/>
            <pc:sldMk cId="2247602601" sldId="262"/>
            <ac:spMk id="17" creationId="{D25BC1A0-FDE4-1557-375E-6E0BD69BC77B}"/>
          </ac:spMkLst>
        </pc:spChg>
        <pc:spChg chg="del mod">
          <ac:chgData name="Emani Mahathi" userId="ba111c738731499d" providerId="LiveId" clId="{DA755742-E34B-4086-A28C-6A354DEF37C3}" dt="2026-08-19T16:07:40.151" v="606" actId="21"/>
          <ac:spMkLst>
            <pc:docMk/>
            <pc:sldMk cId="2247602601" sldId="262"/>
            <ac:spMk id="34" creationId="{C1554CCE-4DF8-89E6-E0F6-3C2A1439C7FA}"/>
          </ac:spMkLst>
        </pc:spChg>
        <pc:spChg chg="del">
          <ac:chgData name="Emani Mahathi" userId="ba111c738731499d" providerId="LiveId" clId="{DA755742-E34B-4086-A28C-6A354DEF37C3}" dt="2026-08-19T15:45:40.867" v="372" actId="478"/>
          <ac:spMkLst>
            <pc:docMk/>
            <pc:sldMk cId="2247602601" sldId="262"/>
            <ac:spMk id="35" creationId="{8FB49AA0-2464-6225-6B6C-063F9A6ECD20}"/>
          </ac:spMkLst>
        </pc:spChg>
        <pc:grpChg chg="mod">
          <ac:chgData name="Emani Mahathi" userId="ba111c738731499d" providerId="LiveId" clId="{DA755742-E34B-4086-A28C-6A354DEF37C3}" dt="2026-08-20T08:40:46.320" v="1686" actId="1076"/>
          <ac:grpSpMkLst>
            <pc:docMk/>
            <pc:sldMk cId="2247602601" sldId="262"/>
            <ac:grpSpMk id="31" creationId="{8A67E7A6-1F33-FBD3-09B8-F35F17C8F890}"/>
          </ac:grpSpMkLst>
        </pc:grpChg>
        <pc:graphicFrameChg chg="mod modGraphic">
          <ac:chgData name="Emani Mahathi" userId="ba111c738731499d" providerId="LiveId" clId="{DA755742-E34B-4086-A28C-6A354DEF37C3}" dt="2026-08-19T16:07:33.207" v="605" actId="1076"/>
          <ac:graphicFrameMkLst>
            <pc:docMk/>
            <pc:sldMk cId="2247602601" sldId="262"/>
            <ac:graphicFrameMk id="18" creationId="{BD22BC4D-4857-7D81-7819-37B7BB426420}"/>
          </ac:graphicFrameMkLst>
        </pc:graphicFrameChg>
        <pc:graphicFrameChg chg="mod">
          <ac:chgData name="Emani Mahathi" userId="ba111c738731499d" providerId="LiveId" clId="{DA755742-E34B-4086-A28C-6A354DEF37C3}" dt="2026-08-19T16:07:21.243" v="603" actId="1076"/>
          <ac:graphicFrameMkLst>
            <pc:docMk/>
            <pc:sldMk cId="2247602601" sldId="262"/>
            <ac:graphicFrameMk id="30" creationId="{9091FADF-77DB-CB1D-CD72-56C53CF76308}"/>
          </ac:graphicFrameMkLst>
        </pc:graphicFrameChg>
      </pc:sldChg>
      <pc:sldChg chg="addSp delSp modSp mod">
        <pc:chgData name="Emani Mahathi" userId="ba111c738731499d" providerId="LiveId" clId="{DA755742-E34B-4086-A28C-6A354DEF37C3}" dt="2026-08-20T06:32:43.129" v="1613" actId="1076"/>
        <pc:sldMkLst>
          <pc:docMk/>
          <pc:sldMk cId="2747969496" sldId="707"/>
        </pc:sldMkLst>
        <pc:spChg chg="add mod">
          <ac:chgData name="Emani Mahathi" userId="ba111c738731499d" providerId="LiveId" clId="{DA755742-E34B-4086-A28C-6A354DEF37C3}" dt="2026-08-20T06:32:06.446" v="1603" actId="1076"/>
          <ac:spMkLst>
            <pc:docMk/>
            <pc:sldMk cId="2747969496" sldId="707"/>
            <ac:spMk id="3" creationId="{136520DE-65A3-5F61-22A0-36762430D17D}"/>
          </ac:spMkLst>
        </pc:spChg>
        <pc:spChg chg="del mod">
          <ac:chgData name="Emani Mahathi" userId="ba111c738731499d" providerId="LiveId" clId="{DA755742-E34B-4086-A28C-6A354DEF37C3}" dt="2026-08-19T15:46:17.544" v="391" actId="21"/>
          <ac:spMkLst>
            <pc:docMk/>
            <pc:sldMk cId="2747969496" sldId="707"/>
            <ac:spMk id="3" creationId="{B6FAE64B-DFA9-4528-D74E-DAEA88C008D5}"/>
          </ac:spMkLst>
        </pc:spChg>
        <pc:spChg chg="del mod">
          <ac:chgData name="Emani Mahathi" userId="ba111c738731499d" providerId="LiveId" clId="{DA755742-E34B-4086-A28C-6A354DEF37C3}" dt="2026-08-19T15:46:14.407" v="390" actId="21"/>
          <ac:spMkLst>
            <pc:docMk/>
            <pc:sldMk cId="2747969496" sldId="707"/>
            <ac:spMk id="4" creationId="{41222DE7-17C6-1B7E-71C0-2347B0AA2C6B}"/>
          </ac:spMkLst>
        </pc:spChg>
        <pc:spChg chg="mod">
          <ac:chgData name="Emani Mahathi" userId="ba111c738731499d" providerId="LiveId" clId="{DA755742-E34B-4086-A28C-6A354DEF37C3}" dt="2026-08-20T06:30:17.864" v="1567"/>
          <ac:spMkLst>
            <pc:docMk/>
            <pc:sldMk cId="2747969496" sldId="707"/>
            <ac:spMk id="6" creationId="{C5E04F16-3908-47F0-F575-9EDDFA98EEE4}"/>
          </ac:spMkLst>
        </pc:spChg>
        <pc:spChg chg="mod">
          <ac:chgData name="Emani Mahathi" userId="ba111c738731499d" providerId="LiveId" clId="{DA755742-E34B-4086-A28C-6A354DEF37C3}" dt="2026-08-19T15:44:01.227" v="363" actId="207"/>
          <ac:spMkLst>
            <pc:docMk/>
            <pc:sldMk cId="2747969496" sldId="707"/>
            <ac:spMk id="9" creationId="{9797C6D7-F4DC-4908-B610-D10EE43A9B41}"/>
          </ac:spMkLst>
        </pc:spChg>
        <pc:spChg chg="mod">
          <ac:chgData name="Emani Mahathi" userId="ba111c738731499d" providerId="LiveId" clId="{DA755742-E34B-4086-A28C-6A354DEF37C3}" dt="2026-08-20T06:30:17.864" v="1567"/>
          <ac:spMkLst>
            <pc:docMk/>
            <pc:sldMk cId="2747969496" sldId="707"/>
            <ac:spMk id="11" creationId="{F0E95B47-8950-2978-0CD6-9E12A66CBE7C}"/>
          </ac:spMkLst>
        </pc:spChg>
        <pc:spChg chg="mod">
          <ac:chgData name="Emani Mahathi" userId="ba111c738731499d" providerId="LiveId" clId="{DA755742-E34B-4086-A28C-6A354DEF37C3}" dt="2026-08-20T06:30:17.864" v="1567"/>
          <ac:spMkLst>
            <pc:docMk/>
            <pc:sldMk cId="2747969496" sldId="707"/>
            <ac:spMk id="12" creationId="{6BE62149-F8C9-D994-482C-517C695A0CCD}"/>
          </ac:spMkLst>
        </pc:spChg>
        <pc:spChg chg="mod">
          <ac:chgData name="Emani Mahathi" userId="ba111c738731499d" providerId="LiveId" clId="{DA755742-E34B-4086-A28C-6A354DEF37C3}" dt="2026-08-20T06:28:18.983" v="1556" actId="1076"/>
          <ac:spMkLst>
            <pc:docMk/>
            <pc:sldMk cId="2747969496" sldId="707"/>
            <ac:spMk id="14" creationId="{576F380C-3238-E430-3C22-3C23884CE532}"/>
          </ac:spMkLst>
        </pc:spChg>
        <pc:spChg chg="mod">
          <ac:chgData name="Emani Mahathi" userId="ba111c738731499d" providerId="LiveId" clId="{DA755742-E34B-4086-A28C-6A354DEF37C3}" dt="2026-08-20T06:30:17.864" v="1567"/>
          <ac:spMkLst>
            <pc:docMk/>
            <pc:sldMk cId="2747969496" sldId="707"/>
            <ac:spMk id="15" creationId="{7164D0F0-E977-D4F9-5D61-1AC152DD087C}"/>
          </ac:spMkLst>
        </pc:spChg>
        <pc:spChg chg="del">
          <ac:chgData name="Emani Mahathi" userId="ba111c738731499d" providerId="LiveId" clId="{DA755742-E34B-4086-A28C-6A354DEF37C3}" dt="2026-08-20T06:17:58.279" v="1316" actId="21"/>
          <ac:spMkLst>
            <pc:docMk/>
            <pc:sldMk cId="2747969496" sldId="707"/>
            <ac:spMk id="16" creationId="{C0A4CA55-824E-91B2-D5F9-032778D4B8B3}"/>
          </ac:spMkLst>
        </pc:spChg>
        <pc:spChg chg="mod">
          <ac:chgData name="Emani Mahathi" userId="ba111c738731499d" providerId="LiveId" clId="{DA755742-E34B-4086-A28C-6A354DEF37C3}" dt="2026-08-20T06:30:26.461" v="1569" actId="1076"/>
          <ac:spMkLst>
            <pc:docMk/>
            <pc:sldMk cId="2747969496" sldId="707"/>
            <ac:spMk id="17" creationId="{13A3E9FF-8B67-1DB5-0C8F-E2C823A302AC}"/>
          </ac:spMkLst>
        </pc:spChg>
        <pc:spChg chg="add del mod">
          <ac:chgData name="Emani Mahathi" userId="ba111c738731499d" providerId="LiveId" clId="{DA755742-E34B-4086-A28C-6A354DEF37C3}" dt="2026-08-20T06:29:32.568" v="1566" actId="21"/>
          <ac:spMkLst>
            <pc:docMk/>
            <pc:sldMk cId="2747969496" sldId="707"/>
            <ac:spMk id="18" creationId="{EE7E17B2-5AF8-C463-91C3-5B87FC773369}"/>
          </ac:spMkLst>
        </pc:spChg>
        <pc:spChg chg="mod">
          <ac:chgData name="Emani Mahathi" userId="ba111c738731499d" providerId="LiveId" clId="{DA755742-E34B-4086-A28C-6A354DEF37C3}" dt="2026-08-20T06:31:10.411" v="1590" actId="1076"/>
          <ac:spMkLst>
            <pc:docMk/>
            <pc:sldMk cId="2747969496" sldId="707"/>
            <ac:spMk id="20" creationId="{6D160BA9-A291-1BA5-C03E-7218C2169C28}"/>
          </ac:spMkLst>
        </pc:spChg>
        <pc:spChg chg="mod">
          <ac:chgData name="Emani Mahathi" userId="ba111c738731499d" providerId="LiveId" clId="{DA755742-E34B-4086-A28C-6A354DEF37C3}" dt="2026-08-20T06:31:16.568" v="1593" actId="20577"/>
          <ac:spMkLst>
            <pc:docMk/>
            <pc:sldMk cId="2747969496" sldId="707"/>
            <ac:spMk id="22" creationId="{6C792DA3-F484-948A-E346-F158FE24CE3F}"/>
          </ac:spMkLst>
        </pc:spChg>
        <pc:spChg chg="mod">
          <ac:chgData name="Emani Mahathi" userId="ba111c738731499d" providerId="LiveId" clId="{DA755742-E34B-4086-A28C-6A354DEF37C3}" dt="2026-08-20T06:31:24.929" v="1594" actId="1076"/>
          <ac:spMkLst>
            <pc:docMk/>
            <pc:sldMk cId="2747969496" sldId="707"/>
            <ac:spMk id="24" creationId="{957E2443-43F4-3FA3-6C83-796D6B456220}"/>
          </ac:spMkLst>
        </pc:spChg>
        <pc:spChg chg="mod">
          <ac:chgData name="Emani Mahathi" userId="ba111c738731499d" providerId="LiveId" clId="{DA755742-E34B-4086-A28C-6A354DEF37C3}" dt="2026-08-20T06:29:19.630" v="1565" actId="5793"/>
          <ac:spMkLst>
            <pc:docMk/>
            <pc:sldMk cId="2747969496" sldId="707"/>
            <ac:spMk id="28" creationId="{F1211E34-5F1E-9B5C-4C59-2549F412DCD1}"/>
          </ac:spMkLst>
        </pc:spChg>
        <pc:spChg chg="mod">
          <ac:chgData name="Emani Mahathi" userId="ba111c738731499d" providerId="LiveId" clId="{DA755742-E34B-4086-A28C-6A354DEF37C3}" dt="2026-08-20T06:30:17.864" v="1567"/>
          <ac:spMkLst>
            <pc:docMk/>
            <pc:sldMk cId="2747969496" sldId="707"/>
            <ac:spMk id="30" creationId="{FDDE8B1B-BF3B-EB10-9023-403AEE425746}"/>
          </ac:spMkLst>
        </pc:spChg>
        <pc:spChg chg="mod">
          <ac:chgData name="Emani Mahathi" userId="ba111c738731499d" providerId="LiveId" clId="{DA755742-E34B-4086-A28C-6A354DEF37C3}" dt="2026-08-20T06:31:39.888" v="1598" actId="1076"/>
          <ac:spMkLst>
            <pc:docMk/>
            <pc:sldMk cId="2747969496" sldId="707"/>
            <ac:spMk id="31" creationId="{4D713724-2EA7-CA04-47B9-F63B3DAC496D}"/>
          </ac:spMkLst>
        </pc:spChg>
        <pc:spChg chg="add mod">
          <ac:chgData name="Emani Mahathi" userId="ba111c738731499d" providerId="LiveId" clId="{DA755742-E34B-4086-A28C-6A354DEF37C3}" dt="2026-08-20T06:31:04.728" v="1589" actId="20577"/>
          <ac:spMkLst>
            <pc:docMk/>
            <pc:sldMk cId="2747969496" sldId="707"/>
            <ac:spMk id="33" creationId="{603DE06A-46FC-492B-D58F-41D1C525D496}"/>
          </ac:spMkLst>
        </pc:spChg>
        <pc:grpChg chg="mod">
          <ac:chgData name="Emani Mahathi" userId="ba111c738731499d" providerId="LiveId" clId="{DA755742-E34B-4086-A28C-6A354DEF37C3}" dt="2026-08-20T06:32:36.008" v="1610" actId="1076"/>
          <ac:grpSpMkLst>
            <pc:docMk/>
            <pc:sldMk cId="2747969496" sldId="707"/>
            <ac:grpSpMk id="8" creationId="{B25CDE63-8DDC-4AC4-7713-9D89D6D0F4B1}"/>
          </ac:grpSpMkLst>
        </pc:grpChg>
        <pc:picChg chg="mod">
          <ac:chgData name="Emani Mahathi" userId="ba111c738731499d" providerId="LiveId" clId="{DA755742-E34B-4086-A28C-6A354DEF37C3}" dt="2026-08-20T06:32:43.129" v="1613" actId="1076"/>
          <ac:picMkLst>
            <pc:docMk/>
            <pc:sldMk cId="2747969496" sldId="707"/>
            <ac:picMk id="7" creationId="{FEE87FCF-6A51-9005-163C-5E3B5C1257B9}"/>
          </ac:picMkLst>
        </pc:picChg>
        <pc:picChg chg="mod">
          <ac:chgData name="Emani Mahathi" userId="ba111c738731499d" providerId="LiveId" clId="{DA755742-E34B-4086-A28C-6A354DEF37C3}" dt="2026-08-20T06:30:17.864" v="1567"/>
          <ac:picMkLst>
            <pc:docMk/>
            <pc:sldMk cId="2747969496" sldId="707"/>
            <ac:picMk id="13" creationId="{A7FC12B9-9F50-C1E3-EB15-1C648398CCB2}"/>
          </ac:picMkLst>
        </pc:picChg>
        <pc:picChg chg="mod">
          <ac:chgData name="Emani Mahathi" userId="ba111c738731499d" providerId="LiveId" clId="{DA755742-E34B-4086-A28C-6A354DEF37C3}" dt="2026-08-20T06:30:17.864" v="1567"/>
          <ac:picMkLst>
            <pc:docMk/>
            <pc:sldMk cId="2747969496" sldId="707"/>
            <ac:picMk id="21" creationId="{A14AC212-A105-2D2B-AA8E-593E85ECCC05}"/>
          </ac:picMkLst>
        </pc:picChg>
        <pc:picChg chg="mod">
          <ac:chgData name="Emani Mahathi" userId="ba111c738731499d" providerId="LiveId" clId="{DA755742-E34B-4086-A28C-6A354DEF37C3}" dt="2026-08-20T06:30:17.864" v="1567"/>
          <ac:picMkLst>
            <pc:docMk/>
            <pc:sldMk cId="2747969496" sldId="707"/>
            <ac:picMk id="23" creationId="{B1589814-F105-A686-BE23-E2FD49098388}"/>
          </ac:picMkLst>
        </pc:picChg>
        <pc:picChg chg="mod">
          <ac:chgData name="Emani Mahathi" userId="ba111c738731499d" providerId="LiveId" clId="{DA755742-E34B-4086-A28C-6A354DEF37C3}" dt="2026-08-20T06:30:17.864" v="1567"/>
          <ac:picMkLst>
            <pc:docMk/>
            <pc:sldMk cId="2747969496" sldId="707"/>
            <ac:picMk id="27" creationId="{6DABAE25-D874-E7AF-1E63-A05225A3967E}"/>
          </ac:picMkLst>
        </pc:picChg>
        <pc:picChg chg="mod">
          <ac:chgData name="Emani Mahathi" userId="ba111c738731499d" providerId="LiveId" clId="{DA755742-E34B-4086-A28C-6A354DEF37C3}" dt="2026-08-20T06:32:17.474" v="1607" actId="1076"/>
          <ac:picMkLst>
            <pc:docMk/>
            <pc:sldMk cId="2747969496" sldId="707"/>
            <ac:picMk id="36" creationId="{55B3B570-3194-94D5-869B-2F3E3E133BAF}"/>
          </ac:picMkLst>
        </pc:picChg>
        <pc:picChg chg="mod">
          <ac:chgData name="Emani Mahathi" userId="ba111c738731499d" providerId="LiveId" clId="{DA755742-E34B-4086-A28C-6A354DEF37C3}" dt="2026-08-20T06:32:15.159" v="1606" actId="1076"/>
          <ac:picMkLst>
            <pc:docMk/>
            <pc:sldMk cId="2747969496" sldId="707"/>
            <ac:picMk id="37" creationId="{A01B3509-5090-7764-12FF-0CDB13E360AA}"/>
          </ac:picMkLst>
        </pc:picChg>
        <pc:picChg chg="mod">
          <ac:chgData name="Emani Mahathi" userId="ba111c738731499d" providerId="LiveId" clId="{DA755742-E34B-4086-A28C-6A354DEF37C3}" dt="2026-08-20T06:32:12.887" v="1605" actId="1076"/>
          <ac:picMkLst>
            <pc:docMk/>
            <pc:sldMk cId="2747969496" sldId="707"/>
            <ac:picMk id="38" creationId="{4A5FDD7E-5A46-92A5-C963-19E091BBF72C}"/>
          </ac:picMkLst>
        </pc:picChg>
        <pc:picChg chg="mod">
          <ac:chgData name="Emani Mahathi" userId="ba111c738731499d" providerId="LiveId" clId="{DA755742-E34B-4086-A28C-6A354DEF37C3}" dt="2026-08-20T06:31:59.309" v="1602" actId="1076"/>
          <ac:picMkLst>
            <pc:docMk/>
            <pc:sldMk cId="2747969496" sldId="707"/>
            <ac:picMk id="39" creationId="{C50C5009-E2F0-E358-4C45-CAEADDEC93B4}"/>
          </ac:picMkLst>
        </pc:picChg>
        <pc:picChg chg="mod">
          <ac:chgData name="Emani Mahathi" userId="ba111c738731499d" providerId="LiveId" clId="{DA755742-E34B-4086-A28C-6A354DEF37C3}" dt="2026-08-20T06:31:53.119" v="1601" actId="1076"/>
          <ac:picMkLst>
            <pc:docMk/>
            <pc:sldMk cId="2747969496" sldId="707"/>
            <ac:picMk id="40" creationId="{F1D91F2F-C2FB-3146-467B-21A20C8410DF}"/>
          </ac:picMkLst>
        </pc:picChg>
        <pc:picChg chg="mod">
          <ac:chgData name="Emani Mahathi" userId="ba111c738731499d" providerId="LiveId" clId="{DA755742-E34B-4086-A28C-6A354DEF37C3}" dt="2026-08-20T06:31:49.281" v="1600" actId="1076"/>
          <ac:picMkLst>
            <pc:docMk/>
            <pc:sldMk cId="2747969496" sldId="707"/>
            <ac:picMk id="41" creationId="{7B0FD951-BFA0-1228-E572-2BFE866AEE71}"/>
          </ac:picMkLst>
        </pc:picChg>
      </pc:sldChg>
      <pc:sldChg chg="delSp modSp mod">
        <pc:chgData name="Emani Mahathi" userId="ba111c738731499d" providerId="LiveId" clId="{DA755742-E34B-4086-A28C-6A354DEF37C3}" dt="2026-08-19T16:23:20.258" v="827" actId="1076"/>
        <pc:sldMkLst>
          <pc:docMk/>
          <pc:sldMk cId="3029277067" sldId="902"/>
        </pc:sldMkLst>
        <pc:spChg chg="mod">
          <ac:chgData name="Emani Mahathi" userId="ba111c738731499d" providerId="LiveId" clId="{DA755742-E34B-4086-A28C-6A354DEF37C3}" dt="2026-08-19T16:23:20.258" v="827" actId="1076"/>
          <ac:spMkLst>
            <pc:docMk/>
            <pc:sldMk cId="3029277067" sldId="902"/>
            <ac:spMk id="2" creationId="{C48F0022-391A-4CFC-2851-87E76B37EAC2}"/>
          </ac:spMkLst>
        </pc:spChg>
        <pc:spChg chg="del mod">
          <ac:chgData name="Emani Mahathi" userId="ba111c738731499d" providerId="LiveId" clId="{DA755742-E34B-4086-A28C-6A354DEF37C3}" dt="2026-08-19T15:46:32.897" v="394" actId="21"/>
          <ac:spMkLst>
            <pc:docMk/>
            <pc:sldMk cId="3029277067" sldId="902"/>
            <ac:spMk id="8" creationId="{A0FDE360-66C4-26CA-5DB9-8E99C2685BE0}"/>
          </ac:spMkLst>
        </pc:spChg>
        <pc:spChg chg="del mod">
          <ac:chgData name="Emani Mahathi" userId="ba111c738731499d" providerId="LiveId" clId="{DA755742-E34B-4086-A28C-6A354DEF37C3}" dt="2026-08-19T15:46:36.133" v="395" actId="21"/>
          <ac:spMkLst>
            <pc:docMk/>
            <pc:sldMk cId="3029277067" sldId="902"/>
            <ac:spMk id="9" creationId="{0F095753-622E-2BA7-9495-60F9B6E57FDB}"/>
          </ac:spMkLst>
        </pc:spChg>
        <pc:graphicFrameChg chg="mod modGraphic">
          <ac:chgData name="Emani Mahathi" userId="ba111c738731499d" providerId="LiveId" clId="{DA755742-E34B-4086-A28C-6A354DEF37C3}" dt="2026-08-19T16:22:26.092" v="817" actId="1076"/>
          <ac:graphicFrameMkLst>
            <pc:docMk/>
            <pc:sldMk cId="3029277067" sldId="902"/>
            <ac:graphicFrameMk id="4" creationId="{AACD11AD-3AF5-B626-2B60-0567E4585BB7}"/>
          </ac:graphicFrameMkLst>
        </pc:graphicFrameChg>
        <pc:picChg chg="mod">
          <ac:chgData name="Emani Mahathi" userId="ba111c738731499d" providerId="LiveId" clId="{DA755742-E34B-4086-A28C-6A354DEF37C3}" dt="2026-08-19T16:22:33.173" v="819" actId="1076"/>
          <ac:picMkLst>
            <pc:docMk/>
            <pc:sldMk cId="3029277067" sldId="902"/>
            <ac:picMk id="6" creationId="{CF3EBAEA-8DC6-8F54-F0D6-38F9643BD4B7}"/>
          </ac:picMkLst>
        </pc:picChg>
      </pc:sldChg>
      <pc:sldChg chg="addSp modSp mod">
        <pc:chgData name="Emani Mahathi" userId="ba111c738731499d" providerId="LiveId" clId="{DA755742-E34B-4086-A28C-6A354DEF37C3}" dt="2026-08-19T15:44:14.379" v="366" actId="207"/>
        <pc:sldMkLst>
          <pc:docMk/>
          <pc:sldMk cId="3917782940" sldId="903"/>
        </pc:sldMkLst>
        <pc:spChg chg="add mod">
          <ac:chgData name="Emani Mahathi" userId="ba111c738731499d" providerId="LiveId" clId="{DA755742-E34B-4086-A28C-6A354DEF37C3}" dt="2026-08-19T15:42:46.657" v="354" actId="113"/>
          <ac:spMkLst>
            <pc:docMk/>
            <pc:sldMk cId="3917782940" sldId="903"/>
            <ac:spMk id="4" creationId="{7A3CDE1F-6216-F5C2-AF49-1DEFBB6378A9}"/>
          </ac:spMkLst>
        </pc:spChg>
        <pc:spChg chg="mod">
          <ac:chgData name="Emani Mahathi" userId="ba111c738731499d" providerId="LiveId" clId="{DA755742-E34B-4086-A28C-6A354DEF37C3}" dt="2026-08-19T15:44:14.379" v="366" actId="207"/>
          <ac:spMkLst>
            <pc:docMk/>
            <pc:sldMk cId="3917782940" sldId="903"/>
            <ac:spMk id="5" creationId="{7F508849-A0DD-12D4-FD0D-5322CA138B2F}"/>
          </ac:spMkLst>
        </pc:spChg>
      </pc:sldChg>
      <pc:sldChg chg="addSp modSp new mod">
        <pc:chgData name="Emani Mahathi" userId="ba111c738731499d" providerId="LiveId" clId="{DA755742-E34B-4086-A28C-6A354DEF37C3}" dt="2026-08-20T08:21:12.763" v="1671" actId="313"/>
        <pc:sldMkLst>
          <pc:docMk/>
          <pc:sldMk cId="404415689" sldId="904"/>
        </pc:sldMkLst>
        <pc:spChg chg="mod">
          <ac:chgData name="Emani Mahathi" userId="ba111c738731499d" providerId="LiveId" clId="{DA755742-E34B-4086-A28C-6A354DEF37C3}" dt="2026-08-19T15:44:34.073" v="369" actId="207"/>
          <ac:spMkLst>
            <pc:docMk/>
            <pc:sldMk cId="404415689" sldId="904"/>
            <ac:spMk id="2" creationId="{C840E134-74B2-3641-6DE9-609698522371}"/>
          </ac:spMkLst>
        </pc:spChg>
        <pc:spChg chg="mod">
          <ac:chgData name="Emani Mahathi" userId="ba111c738731499d" providerId="LiveId" clId="{DA755742-E34B-4086-A28C-6A354DEF37C3}" dt="2026-08-20T08:21:12.763" v="1671" actId="313"/>
          <ac:spMkLst>
            <pc:docMk/>
            <pc:sldMk cId="404415689" sldId="904"/>
            <ac:spMk id="3" creationId="{083FE819-4360-0EB7-4AE4-DA8038A03238}"/>
          </ac:spMkLst>
        </pc:spChg>
        <pc:picChg chg="add mod">
          <ac:chgData name="Emani Mahathi" userId="ba111c738731499d" providerId="LiveId" clId="{DA755742-E34B-4086-A28C-6A354DEF37C3}" dt="2026-08-20T08:05:13.037" v="1631" actId="1076"/>
          <ac:picMkLst>
            <pc:docMk/>
            <pc:sldMk cId="404415689" sldId="904"/>
            <ac:picMk id="5" creationId="{6B88D339-34D0-4086-9B07-0772799E3F34}"/>
          </ac:picMkLst>
        </pc:picChg>
      </pc:sldChg>
      <pc:sldChg chg="addSp delSp modSp new mod">
        <pc:chgData name="Emani Mahathi" userId="ba111c738731499d" providerId="LiveId" clId="{DA755742-E34B-4086-A28C-6A354DEF37C3}" dt="2026-08-19T15:59:42.964" v="576" actId="1076"/>
        <pc:sldMkLst>
          <pc:docMk/>
          <pc:sldMk cId="1019218368" sldId="905"/>
        </pc:sldMkLst>
        <pc:spChg chg="mod">
          <ac:chgData name="Emani Mahathi" userId="ba111c738731499d" providerId="LiveId" clId="{DA755742-E34B-4086-A28C-6A354DEF37C3}" dt="2026-08-19T15:51:25.196" v="416" actId="122"/>
          <ac:spMkLst>
            <pc:docMk/>
            <pc:sldMk cId="1019218368" sldId="905"/>
            <ac:spMk id="2" creationId="{A94A0A96-0885-080F-EF5C-1FF1A34051B1}"/>
          </ac:spMkLst>
        </pc:spChg>
        <pc:spChg chg="del">
          <ac:chgData name="Emani Mahathi" userId="ba111c738731499d" providerId="LiveId" clId="{DA755742-E34B-4086-A28C-6A354DEF37C3}" dt="2026-08-19T15:51:46.091" v="420" actId="21"/>
          <ac:spMkLst>
            <pc:docMk/>
            <pc:sldMk cId="1019218368" sldId="905"/>
            <ac:spMk id="3" creationId="{F15E5226-0D00-5159-09E0-F556EB9D5723}"/>
          </ac:spMkLst>
        </pc:spChg>
        <pc:spChg chg="add del mod">
          <ac:chgData name="Emani Mahathi" userId="ba111c738731499d" providerId="LiveId" clId="{DA755742-E34B-4086-A28C-6A354DEF37C3}" dt="2026-08-19T15:56:21.122" v="567"/>
          <ac:spMkLst>
            <pc:docMk/>
            <pc:sldMk cId="1019218368" sldId="905"/>
            <ac:spMk id="4" creationId="{80A2637A-0C85-03DF-9FEC-6B0AA04CAE94}"/>
          </ac:spMkLst>
        </pc:spChg>
        <pc:spChg chg="del">
          <ac:chgData name="Emani Mahathi" userId="ba111c738731499d" providerId="LiveId" clId="{DA755742-E34B-4086-A28C-6A354DEF37C3}" dt="2026-08-19T15:51:36.640" v="418" actId="21"/>
          <ac:spMkLst>
            <pc:docMk/>
            <pc:sldMk cId="1019218368" sldId="905"/>
            <ac:spMk id="5" creationId="{AFB4F730-D5FD-40D6-6E85-4F4B85003B35}"/>
          </ac:spMkLst>
        </pc:spChg>
        <pc:spChg chg="del">
          <ac:chgData name="Emani Mahathi" userId="ba111c738731499d" providerId="LiveId" clId="{DA755742-E34B-4086-A28C-6A354DEF37C3}" dt="2026-08-19T15:51:32.006" v="417" actId="21"/>
          <ac:spMkLst>
            <pc:docMk/>
            <pc:sldMk cId="1019218368" sldId="905"/>
            <ac:spMk id="6" creationId="{0319C14C-2C70-BF78-C6F2-5C3A718D53A6}"/>
          </ac:spMkLst>
        </pc:spChg>
        <pc:graphicFrameChg chg="add mod">
          <ac:chgData name="Emani Mahathi" userId="ba111c738731499d" providerId="LiveId" clId="{DA755742-E34B-4086-A28C-6A354DEF37C3}" dt="2026-08-19T15:56:21.122" v="567"/>
          <ac:graphicFrameMkLst>
            <pc:docMk/>
            <pc:sldMk cId="1019218368" sldId="905"/>
            <ac:graphicFrameMk id="7" creationId="{EB52F4AC-4C9E-4C89-8DCF-0880371B95C8}"/>
          </ac:graphicFrameMkLst>
        </pc:graphicFrameChg>
        <pc:graphicFrameChg chg="add mod">
          <ac:chgData name="Emani Mahathi" userId="ba111c738731499d" providerId="LiveId" clId="{DA755742-E34B-4086-A28C-6A354DEF37C3}" dt="2026-08-19T15:56:08.755" v="562"/>
          <ac:graphicFrameMkLst>
            <pc:docMk/>
            <pc:sldMk cId="1019218368" sldId="905"/>
            <ac:graphicFrameMk id="8" creationId="{0BAFE5D5-AB91-0297-4314-D1E014CFD3CB}"/>
          </ac:graphicFrameMkLst>
        </pc:graphicFrameChg>
        <pc:graphicFrameChg chg="add mod">
          <ac:chgData name="Emani Mahathi" userId="ba111c738731499d" providerId="LiveId" clId="{DA755742-E34B-4086-A28C-6A354DEF37C3}" dt="2026-08-19T15:56:08.755" v="562"/>
          <ac:graphicFrameMkLst>
            <pc:docMk/>
            <pc:sldMk cId="1019218368" sldId="905"/>
            <ac:graphicFrameMk id="9" creationId="{BD9CED0F-ADB9-3C9D-A88C-EE512E3E3EBB}"/>
          </ac:graphicFrameMkLst>
        </pc:graphicFrameChg>
        <pc:graphicFrameChg chg="add mod">
          <ac:chgData name="Emani Mahathi" userId="ba111c738731499d" providerId="LiveId" clId="{DA755742-E34B-4086-A28C-6A354DEF37C3}" dt="2026-08-19T15:56:08.755" v="562"/>
          <ac:graphicFrameMkLst>
            <pc:docMk/>
            <pc:sldMk cId="1019218368" sldId="905"/>
            <ac:graphicFrameMk id="10" creationId="{8B06931E-5B45-4195-A0FF-A19475A0B0AD}"/>
          </ac:graphicFrameMkLst>
        </pc:graphicFrameChg>
        <pc:graphicFrameChg chg="add mod">
          <ac:chgData name="Emani Mahathi" userId="ba111c738731499d" providerId="LiveId" clId="{DA755742-E34B-4086-A28C-6A354DEF37C3}" dt="2026-08-19T15:56:08.755" v="562"/>
          <ac:graphicFrameMkLst>
            <pc:docMk/>
            <pc:sldMk cId="1019218368" sldId="905"/>
            <ac:graphicFrameMk id="11" creationId="{DFF66672-E3BA-E06E-11F6-9172DC44318A}"/>
          </ac:graphicFrameMkLst>
        </pc:graphicFrameChg>
        <pc:graphicFrameChg chg="add mod">
          <ac:chgData name="Emani Mahathi" userId="ba111c738731499d" providerId="LiveId" clId="{DA755742-E34B-4086-A28C-6A354DEF37C3}" dt="2026-08-19T15:56:08.755" v="562"/>
          <ac:graphicFrameMkLst>
            <pc:docMk/>
            <pc:sldMk cId="1019218368" sldId="905"/>
            <ac:graphicFrameMk id="12" creationId="{99AA1ABE-24BF-A155-B6B6-5D58513D8CA8}"/>
          </ac:graphicFrameMkLst>
        </pc:graphicFrameChg>
        <pc:graphicFrameChg chg="add mod">
          <ac:chgData name="Emani Mahathi" userId="ba111c738731499d" providerId="LiveId" clId="{DA755742-E34B-4086-A28C-6A354DEF37C3}" dt="2026-08-19T15:56:08.755" v="562"/>
          <ac:graphicFrameMkLst>
            <pc:docMk/>
            <pc:sldMk cId="1019218368" sldId="905"/>
            <ac:graphicFrameMk id="13" creationId="{DFB6CE0F-A22C-604A-9BD0-01DFC68C9294}"/>
          </ac:graphicFrameMkLst>
        </pc:graphicFrameChg>
        <pc:graphicFrameChg chg="add mod">
          <ac:chgData name="Emani Mahathi" userId="ba111c738731499d" providerId="LiveId" clId="{DA755742-E34B-4086-A28C-6A354DEF37C3}" dt="2026-08-19T15:56:08.755" v="562"/>
          <ac:graphicFrameMkLst>
            <pc:docMk/>
            <pc:sldMk cId="1019218368" sldId="905"/>
            <ac:graphicFrameMk id="14" creationId="{B3F78E00-2E5C-5597-435E-4CB20B2787F7}"/>
          </ac:graphicFrameMkLst>
        </pc:graphicFrameChg>
        <pc:graphicFrameChg chg="add mod modGraphic">
          <ac:chgData name="Emani Mahathi" userId="ba111c738731499d" providerId="LiveId" clId="{DA755742-E34B-4086-A28C-6A354DEF37C3}" dt="2026-08-19T15:56:20.562" v="566" actId="14100"/>
          <ac:graphicFrameMkLst>
            <pc:docMk/>
            <pc:sldMk cId="1019218368" sldId="905"/>
            <ac:graphicFrameMk id="15" creationId="{80E385AF-4BC4-AF03-3EB0-8645F2A6B07B}"/>
          </ac:graphicFrameMkLst>
        </pc:graphicFrameChg>
        <pc:picChg chg="add mod">
          <ac:chgData name="Emani Mahathi" userId="ba111c738731499d" providerId="LiveId" clId="{DA755742-E34B-4086-A28C-6A354DEF37C3}" dt="2026-08-19T15:59:42.964" v="576" actId="1076"/>
          <ac:picMkLst>
            <pc:docMk/>
            <pc:sldMk cId="1019218368" sldId="905"/>
            <ac:picMk id="17" creationId="{4FBFBEE8-447C-818C-E46D-42A98F4A079C}"/>
          </ac:picMkLst>
        </pc:picChg>
      </pc:sldChg>
      <pc:sldChg chg="addSp delSp modSp new del mod">
        <pc:chgData name="Emani Mahathi" userId="ba111c738731499d" providerId="LiveId" clId="{DA755742-E34B-4086-A28C-6A354DEF37C3}" dt="2026-08-20T07:59:10.014" v="1614" actId="2696"/>
        <pc:sldMkLst>
          <pc:docMk/>
          <pc:sldMk cId="3419191481" sldId="906"/>
        </pc:sldMkLst>
        <pc:picChg chg="add del mod">
          <ac:chgData name="Emani Mahathi" userId="ba111c738731499d" providerId="LiveId" clId="{DA755742-E34B-4086-A28C-6A354DEF37C3}" dt="2026-08-20T04:46:47.534" v="1100" actId="21"/>
          <ac:picMkLst>
            <pc:docMk/>
            <pc:sldMk cId="3419191481" sldId="906"/>
            <ac:picMk id="3" creationId="{CFEA893B-FA40-8335-3EB1-41438047E3D0}"/>
          </ac:picMkLst>
        </pc:picChg>
        <pc:picChg chg="add mod">
          <ac:chgData name="Emani Mahathi" userId="ba111c738731499d" providerId="LiveId" clId="{DA755742-E34B-4086-A28C-6A354DEF37C3}" dt="2026-08-19T16:03:37.363" v="590" actId="1076"/>
          <ac:picMkLst>
            <pc:docMk/>
            <pc:sldMk cId="3419191481" sldId="906"/>
            <ac:picMk id="5" creationId="{ED9EE544-3AB7-AE7F-E670-8A1B6FFE7FE5}"/>
          </ac:picMkLst>
        </pc:picChg>
      </pc:sldChg>
      <pc:sldChg chg="addSp delSp modSp add mod">
        <pc:chgData name="Emani Mahathi" userId="ba111c738731499d" providerId="LiveId" clId="{DA755742-E34B-4086-A28C-6A354DEF37C3}" dt="2026-08-20T08:20:35.849" v="1669" actId="1076"/>
        <pc:sldMkLst>
          <pc:docMk/>
          <pc:sldMk cId="4259017050" sldId="907"/>
        </pc:sldMkLst>
        <pc:spChg chg="mod">
          <ac:chgData name="Emani Mahathi" userId="ba111c738731499d" providerId="LiveId" clId="{DA755742-E34B-4086-A28C-6A354DEF37C3}" dt="2026-08-20T08:20:24.873" v="1667" actId="1076"/>
          <ac:spMkLst>
            <pc:docMk/>
            <pc:sldMk cId="4259017050" sldId="907"/>
            <ac:spMk id="2" creationId="{140532BA-1F0E-A09F-4B5E-89F192D7621F}"/>
          </ac:spMkLst>
        </pc:spChg>
        <pc:spChg chg="add del mod">
          <ac:chgData name="Emani Mahathi" userId="ba111c738731499d" providerId="LiveId" clId="{DA755742-E34B-4086-A28C-6A354DEF37C3}" dt="2026-08-20T08:18:20.046" v="1643" actId="478"/>
          <ac:spMkLst>
            <pc:docMk/>
            <pc:sldMk cId="4259017050" sldId="907"/>
            <ac:spMk id="6" creationId="{B02A74E3-61EB-AABC-2D6C-8C3E9A9F44AF}"/>
          </ac:spMkLst>
        </pc:spChg>
        <pc:spChg chg="del mod">
          <ac:chgData name="Emani Mahathi" userId="ba111c738731499d" providerId="LiveId" clId="{DA755742-E34B-4086-A28C-6A354DEF37C3}" dt="2026-08-20T06:05:11.014" v="1268" actId="21"/>
          <ac:spMkLst>
            <pc:docMk/>
            <pc:sldMk cId="4259017050" sldId="907"/>
            <ac:spMk id="8" creationId="{9D156552-8264-B7BD-9471-35B21D5A5CDF}"/>
          </ac:spMkLst>
        </pc:spChg>
        <pc:spChg chg="add del mod">
          <ac:chgData name="Emani Mahathi" userId="ba111c738731499d" providerId="LiveId" clId="{DA755742-E34B-4086-A28C-6A354DEF37C3}" dt="2026-08-20T08:18:53.544" v="1645" actId="3680"/>
          <ac:spMkLst>
            <pc:docMk/>
            <pc:sldMk cId="4259017050" sldId="907"/>
            <ac:spMk id="9" creationId="{B0C45B98-9DF1-FB9A-BB1A-FB25CD3010C6}"/>
          </ac:spMkLst>
        </pc:spChg>
        <pc:graphicFrameChg chg="add del mod modGraphic">
          <ac:chgData name="Emani Mahathi" userId="ba111c738731499d" providerId="LiveId" clId="{DA755742-E34B-4086-A28C-6A354DEF37C3}" dt="2026-08-20T08:18:41.634" v="1644" actId="478"/>
          <ac:graphicFrameMkLst>
            <pc:docMk/>
            <pc:sldMk cId="4259017050" sldId="907"/>
            <ac:graphicFrameMk id="5" creationId="{DE0C2BE5-F991-C4CF-492E-035EFC46FF2A}"/>
          </ac:graphicFrameMkLst>
        </pc:graphicFrameChg>
        <pc:graphicFrameChg chg="add mod ord modGraphic">
          <ac:chgData name="Emani Mahathi" userId="ba111c738731499d" providerId="LiveId" clId="{DA755742-E34B-4086-A28C-6A354DEF37C3}" dt="2026-08-20T08:20:35.849" v="1669" actId="1076"/>
          <ac:graphicFrameMkLst>
            <pc:docMk/>
            <pc:sldMk cId="4259017050" sldId="907"/>
            <ac:graphicFrameMk id="10" creationId="{B165206D-517F-C694-8543-CC97829460A7}"/>
          </ac:graphicFrameMkLst>
        </pc:graphicFrameChg>
        <pc:picChg chg="add mod">
          <ac:chgData name="Emani Mahathi" userId="ba111c738731499d" providerId="LiveId" clId="{DA755742-E34B-4086-A28C-6A354DEF37C3}" dt="2026-08-20T06:00:54.862" v="1165" actId="1076"/>
          <ac:picMkLst>
            <pc:docMk/>
            <pc:sldMk cId="4259017050" sldId="907"/>
            <ac:picMk id="4" creationId="{138E50DE-212E-8EA8-6510-E8E1F6E667FE}"/>
          </ac:picMkLst>
        </pc:picChg>
      </pc:sldChg>
      <pc:sldChg chg="addSp delSp modSp new mod ord">
        <pc:chgData name="Emani Mahathi" userId="ba111c738731499d" providerId="LiveId" clId="{DA755742-E34B-4086-A28C-6A354DEF37C3}" dt="2026-08-20T09:29:53.598" v="1737" actId="14100"/>
        <pc:sldMkLst>
          <pc:docMk/>
          <pc:sldMk cId="4019936684" sldId="908"/>
        </pc:sldMkLst>
        <pc:spChg chg="mod">
          <ac:chgData name="Emani Mahathi" userId="ba111c738731499d" providerId="LiveId" clId="{DA755742-E34B-4086-A28C-6A354DEF37C3}" dt="2026-08-20T09:29:40.985" v="1734" actId="1076"/>
          <ac:spMkLst>
            <pc:docMk/>
            <pc:sldMk cId="4019936684" sldId="908"/>
            <ac:spMk id="2" creationId="{DB8D1785-B3D2-1527-55EF-1EF7715DADEE}"/>
          </ac:spMkLst>
        </pc:spChg>
        <pc:spChg chg="del mod">
          <ac:chgData name="Emani Mahathi" userId="ba111c738731499d" providerId="LiveId" clId="{DA755742-E34B-4086-A28C-6A354DEF37C3}" dt="2026-08-20T09:29:07.170" v="1723" actId="21"/>
          <ac:spMkLst>
            <pc:docMk/>
            <pc:sldMk cId="4019936684" sldId="908"/>
            <ac:spMk id="3" creationId="{D8F9D3EA-3FFC-207A-7654-2D26DF973D99}"/>
          </ac:spMkLst>
        </pc:spChg>
        <pc:spChg chg="del">
          <ac:chgData name="Emani Mahathi" userId="ba111c738731499d" providerId="LiveId" clId="{DA755742-E34B-4086-A28C-6A354DEF37C3}" dt="2026-08-20T09:29:03.972" v="1722" actId="21"/>
          <ac:spMkLst>
            <pc:docMk/>
            <pc:sldMk cId="4019936684" sldId="908"/>
            <ac:spMk id="4" creationId="{4B689005-3602-69D2-75F9-9E60E2A6F14B}"/>
          </ac:spMkLst>
        </pc:spChg>
        <pc:spChg chg="del">
          <ac:chgData name="Emani Mahathi" userId="ba111c738731499d" providerId="LiveId" clId="{DA755742-E34B-4086-A28C-6A354DEF37C3}" dt="2026-08-20T09:28:55.874" v="1720" actId="21"/>
          <ac:spMkLst>
            <pc:docMk/>
            <pc:sldMk cId="4019936684" sldId="908"/>
            <ac:spMk id="5" creationId="{C1ECC324-F8EB-B51F-2F51-EA5FE21BC0F7}"/>
          </ac:spMkLst>
        </pc:spChg>
        <pc:spChg chg="del">
          <ac:chgData name="Emani Mahathi" userId="ba111c738731499d" providerId="LiveId" clId="{DA755742-E34B-4086-A28C-6A354DEF37C3}" dt="2026-08-20T09:29:00.877" v="1721" actId="21"/>
          <ac:spMkLst>
            <pc:docMk/>
            <pc:sldMk cId="4019936684" sldId="908"/>
            <ac:spMk id="6" creationId="{4E7645FC-D813-FFAC-E9BF-0362AA435BE7}"/>
          </ac:spMkLst>
        </pc:spChg>
        <pc:spChg chg="add del mod">
          <ac:chgData name="Emani Mahathi" userId="ba111c738731499d" providerId="LiveId" clId="{DA755742-E34B-4086-A28C-6A354DEF37C3}" dt="2026-08-20T09:27:54.299" v="1715"/>
          <ac:spMkLst>
            <pc:docMk/>
            <pc:sldMk cId="4019936684" sldId="908"/>
            <ac:spMk id="8" creationId="{4787EF38-D964-90B7-102A-3A1DB6F9142D}"/>
          </ac:spMkLst>
        </pc:spChg>
        <pc:picChg chg="add del mod">
          <ac:chgData name="Emani Mahathi" userId="ba111c738731499d" providerId="LiveId" clId="{DA755742-E34B-4086-A28C-6A354DEF37C3}" dt="2026-08-20T09:28:52.115" v="1719" actId="21"/>
          <ac:picMkLst>
            <pc:docMk/>
            <pc:sldMk cId="4019936684" sldId="908"/>
            <ac:picMk id="7" creationId="{F1F2F4FF-D081-7D0B-A1C3-26CA3CBD6D56}"/>
          </ac:picMkLst>
        </pc:picChg>
        <pc:picChg chg="add mod">
          <ac:chgData name="Emani Mahathi" userId="ba111c738731499d" providerId="LiveId" clId="{DA755742-E34B-4086-A28C-6A354DEF37C3}" dt="2026-08-20T09:29:53.598" v="1737" actId="14100"/>
          <ac:picMkLst>
            <pc:docMk/>
            <pc:sldMk cId="4019936684" sldId="908"/>
            <ac:picMk id="9" creationId="{39593604-02CD-3843-F60D-D94047731761}"/>
          </ac:picMkLst>
        </pc:picChg>
      </pc:sldChg>
    </pc:docChg>
  </pc:docChgLst>
</pc:chgInfo>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4B03022-1F30-4885-B78F-22C04F8A973E}" type="doc">
      <dgm:prSet loTypeId="urn:microsoft.com/office/officeart/2005/8/layout/venn3" loCatId="relationship" qsTypeId="urn:microsoft.com/office/officeart/2005/8/quickstyle/3d7" qsCatId="3D" csTypeId="urn:microsoft.com/office/officeart/2005/8/colors/colorful1" csCatId="colorful" phldr="1"/>
      <dgm:spPr/>
      <dgm:t>
        <a:bodyPr/>
        <a:lstStyle/>
        <a:p>
          <a:endParaRPr lang="en-IN"/>
        </a:p>
      </dgm:t>
    </dgm:pt>
    <dgm:pt modelId="{4094C340-BA43-4FE7-BEDC-37D235AAAD16}" type="pres">
      <dgm:prSet presAssocID="{84B03022-1F30-4885-B78F-22C04F8A973E}" presName="Name0" presStyleCnt="0">
        <dgm:presLayoutVars>
          <dgm:dir/>
          <dgm:resizeHandles val="exact"/>
        </dgm:presLayoutVars>
      </dgm:prSet>
      <dgm:spPr/>
    </dgm:pt>
  </dgm:ptLst>
  <dgm:cxnLst>
    <dgm:cxn modelId="{536B444D-E965-4C7A-901B-8D59695FE972}" type="presOf" srcId="{84B03022-1F30-4885-B78F-22C04F8A973E}" destId="{4094C340-BA43-4FE7-BEDC-37D235AAAD16}" srcOrd="0" destOrd="0" presId="urn:microsoft.com/office/officeart/2005/8/layout/venn3"/>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5/8/layout/venn3">
  <dgm:title val=""/>
  <dgm:desc val=""/>
  <dgm:catLst>
    <dgm:cat type="relationship" pri="29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fallback" val="2D"/>
        </dgm:alg>
      </dgm:if>
      <dgm:else name="Name3">
        <dgm:alg type="lin">
          <dgm:param type="fallback" val="2D"/>
          <dgm:param type="linDir" val="fromR"/>
        </dgm:alg>
      </dgm:else>
    </dgm:choose>
    <dgm:shape xmlns:r="http://schemas.openxmlformats.org/officeDocument/2006/relationships" r:blip="">
      <dgm:adjLst/>
    </dgm:shape>
    <dgm:presOf/>
    <dgm:constrLst>
      <dgm:constr type="w" for="ch" ptType="node" refType="w"/>
      <dgm:constr type="h" for="ch" ptType="node" refType="w" refFor="ch" refPtType="node"/>
      <dgm:constr type="w" for="ch" forName="space" refType="w" refFor="ch" refPtType="node" fact="-0.2"/>
      <dgm:constr type="primFontSz" for="ch" ptType="node" op="equ" val="65"/>
    </dgm:constrLst>
    <dgm:ruleLst/>
    <dgm:forEach name="Name4" axis="ch" ptType="node">
      <dgm:layoutNode name="Name5" styleLbl="vennNode1">
        <dgm:varLst>
          <dgm:bulletEnabled val="1"/>
        </dgm:varLst>
        <dgm:alg type="tx">
          <dgm:param type="txAnchorVertCh" val="mid"/>
          <dgm:param type="txAnchorHorzCh" val="ctr"/>
        </dgm:alg>
        <dgm:shape xmlns:r="http://schemas.openxmlformats.org/officeDocument/2006/relationships" type="ellipse" r:blip="">
          <dgm:adjLst/>
        </dgm:shape>
        <dgm:presOf axis="desOrSelf" ptType="node"/>
        <dgm:constrLst>
          <dgm:constr type="tMarg" refType="primFontSz" fact="0.1"/>
          <dgm:constr type="bMarg" refType="primFontSz" fact="0.1"/>
          <dgm:constr type="lMarg" refType="w" fact="0.156"/>
          <dgm:constr type="rMarg" refType="w" fact="0.156"/>
        </dgm:constrLst>
        <dgm:ruleLst>
          <dgm:rule type="primFontSz" val="5" fact="NaN" max="NaN"/>
        </dgm:ruleLst>
      </dgm:layoutNode>
      <dgm:forEach name="Name6"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7">
  <dgm:title val=""/>
  <dgm:desc val=""/>
  <dgm:catLst>
    <dgm:cat type="3D" pri="11700"/>
  </dgm:catLst>
  <dgm:scene3d>
    <a:camera prst="perspectiveLeft" zoom="91000"/>
    <a:lightRig rig="threePt" dir="t">
      <a:rot lat="0" lon="0" rev="20640000"/>
    </a:lightRig>
  </dgm:scene3d>
  <dgm:styleLbl name="node0">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lnNode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vennNode1">
    <dgm:scene3d>
      <a:camera prst="orthographicFront"/>
      <a:lightRig rig="threePt" dir="t"/>
    </dgm:scene3d>
    <dgm:sp3d extrusionH="50600" prstMaterial="clear">
      <a:bevelT w="101600" h="80600" prst="relaxedInset"/>
      <a:bevelB w="80600" h="80600" prst="relaxedInset"/>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extrusionH="50600" prstMaterial="metal">
      <a:bevelT w="101600" h="80600" prst="relaxedInset"/>
      <a:bevelB w="80600" h="80600" prst="relaxedInset"/>
    </dgm:sp3d>
    <dgm:txPr/>
    <dgm:style>
      <a:lnRef idx="1">
        <a:scrgbClr r="0" g="0" b="0"/>
      </a:lnRef>
      <a:fillRef idx="1">
        <a:scrgbClr r="0" g="0" b="0"/>
      </a:fillRef>
      <a:effectRef idx="1">
        <a:scrgbClr r="0" g="0" b="0"/>
      </a:effectRef>
      <a:fontRef idx="minor">
        <a:schemeClr val="dk1"/>
      </a:fontRef>
    </dgm:style>
  </dgm:styleLbl>
  <dgm:styleLbl name="node1">
    <dgm:scene3d>
      <a:camera prst="orthographicFront"/>
      <a:lightRig rig="threePt" dir="t"/>
    </dgm:scene3d>
    <dgm:sp3d extrusionH="50600" prstMaterial="metal">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2">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3">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4">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fgImgPlace1">
    <dgm:scene3d>
      <a:camera prst="orthographicFront"/>
      <a:lightRig rig="threePt" dir="t"/>
    </dgm:scene3d>
    <dgm:sp3d z="57200" extrusionH="10600" prstMaterial="plastic">
      <a:bevelT w="101600" h="8600" prst="relaxedInset"/>
      <a:bevelB w="8600" h="8600" prst="relaxedInset"/>
    </dgm:sp3d>
    <dgm:txPr/>
    <dgm:style>
      <a:lnRef idx="0">
        <a:scrgbClr r="0" g="0" b="0"/>
      </a:lnRef>
      <a:fillRef idx="1">
        <a:scrgbClr r="0" g="0" b="0"/>
      </a:fillRef>
      <a:effectRef idx="1">
        <a:scrgbClr r="0" g="0" b="0"/>
      </a:effectRef>
      <a:fontRef idx="minor"/>
    </dgm:style>
  </dgm:styleLbl>
  <dgm:styleLbl name="alignImgPlace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dgm:style>
  </dgm:styleLbl>
  <dgm:styleLbl name="bgImgPlace1">
    <dgm:scene3d>
      <a:camera prst="orthographicFront"/>
      <a:lightRig rig="threePt" dir="t"/>
    </dgm:scene3d>
    <dgm:sp3d z="-211800" extrusionH="10600" prstMaterial="plastic">
      <a:bevelT w="101600" h="8600" prst="relaxedInset"/>
      <a:bevelB w="8600" h="8600" prst="relaxedInset"/>
    </dgm:sp3d>
    <dgm:txPr/>
    <dgm:style>
      <a:lnRef idx="0">
        <a:scrgbClr r="0" g="0" b="0"/>
      </a:lnRef>
      <a:fillRef idx="1">
        <a:scrgbClr r="0" g="0" b="0"/>
      </a:fillRef>
      <a:effectRef idx="1">
        <a:scrgbClr r="0" g="0" b="0"/>
      </a:effectRef>
      <a:fontRef idx="minor"/>
    </dgm:style>
  </dgm:styleLbl>
  <dgm:styleLbl name="sibTrans2D1">
    <dgm:scene3d>
      <a:camera prst="orthographicFront"/>
      <a:lightRig rig="threePt" dir="t"/>
    </dgm:scene3d>
    <dgm:sp3d z="-110000">
      <a:bevelT w="40600" h="20600" prst="relaxedInset"/>
    </dgm:sp3d>
    <dgm:txPr/>
    <dgm:style>
      <a:lnRef idx="0">
        <a:scrgbClr r="0" g="0" b="0"/>
      </a:lnRef>
      <a:fillRef idx="1">
        <a:scrgbClr r="0" g="0" b="0"/>
      </a:fillRef>
      <a:effectRef idx="2">
        <a:scrgbClr r="0" g="0" b="0"/>
      </a:effectRef>
      <a:fontRef idx="minor"/>
    </dgm:style>
  </dgm:styleLbl>
  <dgm:styleLbl name="fgSibTrans2D1">
    <dgm:scene3d>
      <a:camera prst="orthographicFront"/>
      <a:lightRig rig="threePt" dir="t"/>
    </dgm:scene3d>
    <dgm:sp3d z="10600">
      <a:bevelT w="40600" h="20600" prst="relaxedInset"/>
    </dgm:sp3d>
    <dgm:txPr/>
    <dgm:style>
      <a:lnRef idx="0">
        <a:scrgbClr r="0" g="0" b="0"/>
      </a:lnRef>
      <a:fillRef idx="1">
        <a:scrgbClr r="0" g="0" b="0"/>
      </a:fillRef>
      <a:effectRef idx="2">
        <a:scrgbClr r="0" g="0" b="0"/>
      </a:effectRef>
      <a:fontRef idx="minor"/>
    </dgm:style>
  </dgm:styleLbl>
  <dgm:styleLbl name="bgSibTrans2D1">
    <dgm:scene3d>
      <a:camera prst="orthographicFront"/>
      <a:lightRig rig="threePt" dir="t"/>
    </dgm:scene3d>
    <dgm:sp3d z="-211800">
      <a:bevelT w="40600" h="20600" prst="relaxedInset"/>
    </dgm:sp3d>
    <dgm:txPr/>
    <dgm:style>
      <a:lnRef idx="0">
        <a:scrgbClr r="0" g="0" b="0"/>
      </a:lnRef>
      <a:fillRef idx="1">
        <a:scrgbClr r="0" g="0" b="0"/>
      </a:fillRef>
      <a:effectRef idx="2">
        <a:scrgbClr r="0" g="0" b="0"/>
      </a:effectRef>
      <a:fontRef idx="minor"/>
    </dgm:style>
  </dgm:styleLbl>
  <dgm:styleLbl name="sibTrans1D1">
    <dgm:scene3d>
      <a:camera prst="orthographicFront"/>
      <a:lightRig rig="threePt" dir="t"/>
    </dgm:scene3d>
    <dgm:sp3d z="-110000"/>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0000"/>
    <dgm:txPr/>
    <dgm:style>
      <a:lnRef idx="1">
        <a:scrgbClr r="0" g="0" b="0"/>
      </a:lnRef>
      <a:fillRef idx="1">
        <a:scrgbClr r="0" g="0" b="0"/>
      </a:fillRef>
      <a:effectRef idx="0">
        <a:scrgbClr r="0" g="0" b="0"/>
      </a:effectRef>
      <a:fontRef idx="minor"/>
    </dgm:style>
  </dgm:styleLbl>
  <dgm:styleLbl name="asst0">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2">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3">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4">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parChTrans2D1">
    <dgm:scene3d>
      <a:camera prst="orthographicFront"/>
      <a:lightRig rig="threePt" dir="t"/>
    </dgm:scene3d>
    <dgm:sp3d z="-110000">
      <a:bevelT w="40600" h="20600" prst="relaxedInset"/>
    </dgm:sp3d>
    <dgm:txPr/>
    <dgm:style>
      <a:lnRef idx="0">
        <a:scrgbClr r="0" g="0" b="0"/>
      </a:lnRef>
      <a:fillRef idx="1">
        <a:scrgbClr r="0" g="0" b="0"/>
      </a:fillRef>
      <a:effectRef idx="0">
        <a:scrgbClr r="0" g="0" b="0"/>
      </a:effectRef>
      <a:fontRef idx="minor"/>
    </dgm:style>
  </dgm:styleLbl>
  <dgm:styleLbl name="parChTrans2D2">
    <dgm:scene3d>
      <a:camera prst="orthographicFront"/>
      <a:lightRig rig="threePt" dir="t"/>
    </dgm:scene3d>
    <dgm:sp3d z="-110000">
      <a:bevelT w="40600" h="20600" prst="relaxedInset"/>
    </dgm:sp3d>
    <dgm:txPr/>
    <dgm:style>
      <a:lnRef idx="0">
        <a:scrgbClr r="0" g="0" b="0"/>
      </a:lnRef>
      <a:fillRef idx="1">
        <a:scrgbClr r="0" g="0" b="0"/>
      </a:fillRef>
      <a:effectRef idx="0">
        <a:scrgbClr r="0" g="0" b="0"/>
      </a:effectRef>
      <a:fontRef idx="minor"/>
    </dgm:style>
  </dgm:styleLbl>
  <dgm:styleLbl name="parChTrans2D3">
    <dgm:scene3d>
      <a:camera prst="orthographicFront"/>
      <a:lightRig rig="threePt" dir="t"/>
    </dgm:scene3d>
    <dgm:sp3d z="-110000"/>
    <dgm:txPr/>
    <dgm:style>
      <a:lnRef idx="0">
        <a:scrgbClr r="0" g="0" b="0"/>
      </a:lnRef>
      <a:fillRef idx="1">
        <a:scrgbClr r="0" g="0" b="0"/>
      </a:fillRef>
      <a:effectRef idx="0">
        <a:scrgbClr r="0" g="0" b="0"/>
      </a:effectRef>
      <a:fontRef idx="minor"/>
    </dgm:style>
  </dgm:styleLbl>
  <dgm:styleLbl name="parChTrans2D4">
    <dgm:scene3d>
      <a:camera prst="orthographicFront"/>
      <a:lightRig rig="threePt" dir="t"/>
    </dgm:scene3d>
    <dgm:sp3d z="-110000"/>
    <dgm:txPr/>
    <dgm:style>
      <a:lnRef idx="0">
        <a:scrgbClr r="0" g="0" b="0"/>
      </a:lnRef>
      <a:fillRef idx="1">
        <a:scrgbClr r="0" g="0" b="0"/>
      </a:fillRef>
      <a:effectRef idx="0">
        <a:scrgbClr r="0" g="0" b="0"/>
      </a:effectRef>
      <a:fontRef idx="minor"/>
    </dgm:style>
  </dgm:styleLbl>
  <dgm:styleLbl name="parChTrans1D1">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z="-161800" extrusionH="10600" prstMaterial="matte">
      <a:bevelT w="90600" h="18600" prst="softRound"/>
      <a:bevelB w="48600" h="8600" prst="relaxedInset"/>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extrusionH="50600">
      <a:bevelT w="101600" h="80600"/>
      <a:bevelB w="80600" h="80600"/>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extrusionH="50600">
      <a:bevelT w="101600" h="80600"/>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z="-161800" extrusionH="10600" prstMaterial="matte">
      <a:bevelT w="90600" h="18600" prst="softRound"/>
      <a:bevelB w="48600" h="8600" prst="relaxedInset"/>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z="572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solidAlignAcc1">
    <dgm:scene3d>
      <a:camera prst="orthographicFront"/>
      <a:lightRig rig="threePt" dir="t"/>
    </dgm:scene3d>
    <dgm:sp3d extrusionH="50600" contourW="3000">
      <a:bevelT w="101600" h="80600" prst="relaxedInset"/>
      <a:bevelB w="80600" h="80600" prst="relaxedInset"/>
    </dgm:sp3d>
    <dgm:txPr/>
    <dgm:style>
      <a:lnRef idx="0">
        <a:scrgbClr r="0" g="0" b="0"/>
      </a:lnRef>
      <a:fillRef idx="1">
        <a:scrgbClr r="0" g="0" b="0"/>
      </a:fillRef>
      <a:effectRef idx="0">
        <a:scrgbClr r="0" g="0" b="0"/>
      </a:effectRef>
      <a:fontRef idx="minor"/>
    </dgm:style>
  </dgm:styleLbl>
  <dgm:styleLbl name="solidBgAcc1">
    <dgm:scene3d>
      <a:camera prst="orthographicFront"/>
      <a:lightRig rig="threePt" dir="t"/>
    </dgm:scene3d>
    <dgm:sp3d z="-161800" extrusionH="10600" contourW="3000">
      <a:bevelT w="48600" h="8600" prst="softRound"/>
      <a:bevelB w="48600" h="8600" prst="relaxedInset"/>
    </dgm:sp3d>
    <dgm:txPr/>
    <dgm:style>
      <a:lnRef idx="0">
        <a:scrgbClr r="0" g="0" b="0"/>
      </a:lnRef>
      <a:fillRef idx="1">
        <a:scrgbClr r="0" g="0" b="0"/>
      </a:fillRef>
      <a:effectRef idx="0">
        <a:scrgbClr r="0" g="0" b="0"/>
      </a:effectRef>
      <a:fontRef idx="minor"/>
    </dgm:style>
  </dgm:styleLbl>
  <dgm:styleLbl name="fgAccFollowNode1">
    <dgm:scene3d>
      <a:camera prst="orthographicFront"/>
      <a:lightRig rig="threePt" dir="t"/>
    </dgm:scene3d>
    <dgm:sp3d z="572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alignAccFollowNode1">
    <dgm:scene3d>
      <a:camera prst="orthographicFront"/>
      <a:lightRig rig="threePt" dir="t"/>
    </dgm:scene3d>
    <dgm:sp3d extrusionH="50600" contourW="3000">
      <a:bevelT w="101600" h="80600" prst="relaxedInset"/>
      <a:bevelB w="80600" h="80600" prst="relaxedInset"/>
    </dgm:sp3d>
    <dgm:txPr/>
    <dgm:style>
      <a:lnRef idx="0">
        <a:scrgbClr r="0" g="0" b="0"/>
      </a:lnRef>
      <a:fillRef idx="1">
        <a:scrgbClr r="0" g="0" b="0"/>
      </a:fillRef>
      <a:effectRef idx="0">
        <a:scrgbClr r="0" g="0" b="0"/>
      </a:effectRef>
      <a:fontRef idx="minor"/>
    </dgm:style>
  </dgm:styleLbl>
  <dgm:styleLbl name="bgAccFollowNode1">
    <dgm:scene3d>
      <a:camera prst="orthographicFront"/>
      <a:lightRig rig="threePt" dir="t"/>
    </dgm:scene3d>
    <dgm:sp3d z="-161800" extrusionH="10600" contourW="3000">
      <a:bevelT w="48600" h="8600" prst="relaxedInset"/>
      <a:bevelB w="48600" h="8600" prst="relaxedInset"/>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z="-1618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extrusionH="50600">
      <a:bevelT w="80600" h="80600" prst="relaxedInset"/>
      <a:bevelB w="80600" h="80600" prst="relaxedInset"/>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z="57200" extrusionH="600" contourW="3000" prstMaterial="plastic">
      <a:bevelT w="80600" h="18600" prst="relaxedInset"/>
      <a:bevelB w="80600" h="8600" prst="relaxedInset"/>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A666E0-C270-4F2D-A5DC-96BE795B540E}" type="datetimeFigureOut">
              <a:rPr lang="en-US" smtClean="0"/>
              <a:t>8/20/2026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F19044B-B5AF-477C-950C-4ED51263438D}" type="slidenum">
              <a:rPr lang="en-US" smtClean="0"/>
              <a:t>‹#›</a:t>
            </a:fld>
            <a:endParaRPr lang="en-US"/>
          </a:p>
        </p:txBody>
      </p:sp>
    </p:spTree>
    <p:extLst>
      <p:ext uri="{BB962C8B-B14F-4D97-AF65-F5344CB8AC3E}">
        <p14:creationId xmlns:p14="http://schemas.microsoft.com/office/powerpoint/2010/main" val="22086060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F84AE20-9EAE-4BB7-93AC-7EFA05BCA1CF}" type="slidenum">
              <a:rPr lang="en-IN" smtClean="0"/>
              <a:t>1</a:t>
            </a:fld>
            <a:endParaRPr lang="en-IN" dirty="0"/>
          </a:p>
        </p:txBody>
      </p:sp>
    </p:spTree>
    <p:extLst>
      <p:ext uri="{BB962C8B-B14F-4D97-AF65-F5344CB8AC3E}">
        <p14:creationId xmlns:p14="http://schemas.microsoft.com/office/powerpoint/2010/main" val="22274734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E162C7A-CC9D-4035-A213-68F795EB7A2A}" type="slidenum">
              <a:rPr lang="en-IN" smtClean="0"/>
              <a:t>5</a:t>
            </a:fld>
            <a:endParaRPr lang="en-IN"/>
          </a:p>
        </p:txBody>
      </p:sp>
    </p:spTree>
    <p:extLst>
      <p:ext uri="{BB962C8B-B14F-4D97-AF65-F5344CB8AC3E}">
        <p14:creationId xmlns:p14="http://schemas.microsoft.com/office/powerpoint/2010/main" val="164770355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9F19044B-B5AF-477C-950C-4ED51263438D}" type="slidenum">
              <a:rPr lang="en-US" smtClean="0"/>
              <a:t>10</a:t>
            </a:fld>
            <a:endParaRPr lang="en-US"/>
          </a:p>
        </p:txBody>
      </p:sp>
    </p:spTree>
    <p:extLst>
      <p:ext uri="{BB962C8B-B14F-4D97-AF65-F5344CB8AC3E}">
        <p14:creationId xmlns:p14="http://schemas.microsoft.com/office/powerpoint/2010/main" val="320630751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E2BE77-A6B4-BF9A-F59F-6A1C17E6D45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9F4D497-63DE-C270-40A4-331A37D0B0E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7809C3A-1739-D230-186B-84454F605084}"/>
              </a:ext>
            </a:extLst>
          </p:cNvPr>
          <p:cNvSpPr>
            <a:spLocks noGrp="1"/>
          </p:cNvSpPr>
          <p:nvPr>
            <p:ph type="dt" sz="half" idx="10"/>
          </p:nvPr>
        </p:nvSpPr>
        <p:spPr/>
        <p:txBody>
          <a:bodyPr/>
          <a:lstStyle/>
          <a:p>
            <a:fld id="{E227863A-4956-4659-9192-3D74DA4F7578}" type="datetimeFigureOut">
              <a:rPr lang="en-US" smtClean="0"/>
              <a:t>8/20/2026</a:t>
            </a:fld>
            <a:endParaRPr lang="en-US"/>
          </a:p>
        </p:txBody>
      </p:sp>
      <p:sp>
        <p:nvSpPr>
          <p:cNvPr id="5" name="Footer Placeholder 4">
            <a:extLst>
              <a:ext uri="{FF2B5EF4-FFF2-40B4-BE49-F238E27FC236}">
                <a16:creationId xmlns:a16="http://schemas.microsoft.com/office/drawing/2014/main" id="{F5A63778-C058-1235-D3A3-7BCFF3CD01A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09A1708-DD63-B8A6-CDE5-A057B2CF873B}"/>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24086997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8A0280-1254-E679-102E-D8CC13C8C69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3784D78-2E62-1C74-D557-5115FDC295B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1B02B77-F303-2F09-80CB-35B74D2F58C9}"/>
              </a:ext>
            </a:extLst>
          </p:cNvPr>
          <p:cNvSpPr>
            <a:spLocks noGrp="1"/>
          </p:cNvSpPr>
          <p:nvPr>
            <p:ph type="dt" sz="half" idx="10"/>
          </p:nvPr>
        </p:nvSpPr>
        <p:spPr/>
        <p:txBody>
          <a:bodyPr/>
          <a:lstStyle/>
          <a:p>
            <a:fld id="{E227863A-4956-4659-9192-3D74DA4F7578}" type="datetimeFigureOut">
              <a:rPr lang="en-US" smtClean="0"/>
              <a:t>8/20/2026</a:t>
            </a:fld>
            <a:endParaRPr lang="en-US"/>
          </a:p>
        </p:txBody>
      </p:sp>
      <p:sp>
        <p:nvSpPr>
          <p:cNvPr id="5" name="Footer Placeholder 4">
            <a:extLst>
              <a:ext uri="{FF2B5EF4-FFF2-40B4-BE49-F238E27FC236}">
                <a16:creationId xmlns:a16="http://schemas.microsoft.com/office/drawing/2014/main" id="{A13359BF-B012-085F-389A-331E721BC90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21B0460-9CE8-D43D-79E7-A7A9144A3AD0}"/>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26301623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787D46-3DEF-526E-5F46-4ADACBEC0AC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55A517A-D5B3-3AF2-38BE-1D89988138B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D602125-0289-3272-156D-A3C31E848252}"/>
              </a:ext>
            </a:extLst>
          </p:cNvPr>
          <p:cNvSpPr>
            <a:spLocks noGrp="1"/>
          </p:cNvSpPr>
          <p:nvPr>
            <p:ph type="dt" sz="half" idx="10"/>
          </p:nvPr>
        </p:nvSpPr>
        <p:spPr/>
        <p:txBody>
          <a:bodyPr/>
          <a:lstStyle/>
          <a:p>
            <a:fld id="{E227863A-4956-4659-9192-3D74DA4F7578}" type="datetimeFigureOut">
              <a:rPr lang="en-US" smtClean="0"/>
              <a:t>8/20/2026</a:t>
            </a:fld>
            <a:endParaRPr lang="en-US"/>
          </a:p>
        </p:txBody>
      </p:sp>
      <p:sp>
        <p:nvSpPr>
          <p:cNvPr id="5" name="Footer Placeholder 4">
            <a:extLst>
              <a:ext uri="{FF2B5EF4-FFF2-40B4-BE49-F238E27FC236}">
                <a16:creationId xmlns:a16="http://schemas.microsoft.com/office/drawing/2014/main" id="{659971A6-CC5A-CC09-A1F2-E284284E873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49898D5-FC90-9DA1-FE2F-D07DEDDAD616}"/>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0399524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389433-0D52-95EF-D78E-4FC912D4FCA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F1A2DAE-6EF3-6910-5373-1A5DF409095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991AE70-38B9-B797-DE71-57CAE4C82D2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725E50E-F402-07A4-460F-3431CA999232}"/>
              </a:ext>
            </a:extLst>
          </p:cNvPr>
          <p:cNvSpPr>
            <a:spLocks noGrp="1"/>
          </p:cNvSpPr>
          <p:nvPr>
            <p:ph type="dt" sz="half" idx="10"/>
          </p:nvPr>
        </p:nvSpPr>
        <p:spPr/>
        <p:txBody>
          <a:bodyPr/>
          <a:lstStyle/>
          <a:p>
            <a:fld id="{E227863A-4956-4659-9192-3D74DA4F7578}" type="datetimeFigureOut">
              <a:rPr lang="en-US" smtClean="0"/>
              <a:t>8/20/2026</a:t>
            </a:fld>
            <a:endParaRPr lang="en-US"/>
          </a:p>
        </p:txBody>
      </p:sp>
      <p:sp>
        <p:nvSpPr>
          <p:cNvPr id="6" name="Footer Placeholder 5">
            <a:extLst>
              <a:ext uri="{FF2B5EF4-FFF2-40B4-BE49-F238E27FC236}">
                <a16:creationId xmlns:a16="http://schemas.microsoft.com/office/drawing/2014/main" id="{664D7A32-7B4B-0167-CBD3-4FB4F42F73A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DEB928D-DF00-B9C5-1A36-1E52C14CBBB7}"/>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4671984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1CFE06-EEED-5CC3-A38A-576DD2C8AF0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DB0BA8C-9EDE-BB49-BD35-49BAFCB8D3F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E1DDD39-7D2C-4493-F56F-81F6BC3F98D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714469B-6213-D34D-07A9-FCDC82AC0F1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46440F3-3F2D-85CC-D2E2-6D0D54B8A29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D346DE1-9818-60AF-EAF8-FFED39BA5E89}"/>
              </a:ext>
            </a:extLst>
          </p:cNvPr>
          <p:cNvSpPr>
            <a:spLocks noGrp="1"/>
          </p:cNvSpPr>
          <p:nvPr>
            <p:ph type="dt" sz="half" idx="10"/>
          </p:nvPr>
        </p:nvSpPr>
        <p:spPr/>
        <p:txBody>
          <a:bodyPr/>
          <a:lstStyle/>
          <a:p>
            <a:fld id="{E227863A-4956-4659-9192-3D74DA4F7578}" type="datetimeFigureOut">
              <a:rPr lang="en-US" smtClean="0"/>
              <a:t>8/20/2026</a:t>
            </a:fld>
            <a:endParaRPr lang="en-US"/>
          </a:p>
        </p:txBody>
      </p:sp>
      <p:sp>
        <p:nvSpPr>
          <p:cNvPr id="8" name="Footer Placeholder 7">
            <a:extLst>
              <a:ext uri="{FF2B5EF4-FFF2-40B4-BE49-F238E27FC236}">
                <a16:creationId xmlns:a16="http://schemas.microsoft.com/office/drawing/2014/main" id="{265E9E00-6460-F360-EDFD-B03FBA2C63B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ABFFDD7-5BFE-EA3B-6250-A381A569564A}"/>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3362514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8CE0FC-511C-2C2C-E510-CDDF263418E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C796671-3C71-777F-3A4D-A89D7E5D68FA}"/>
              </a:ext>
            </a:extLst>
          </p:cNvPr>
          <p:cNvSpPr>
            <a:spLocks noGrp="1"/>
          </p:cNvSpPr>
          <p:nvPr>
            <p:ph type="dt" sz="half" idx="10"/>
          </p:nvPr>
        </p:nvSpPr>
        <p:spPr/>
        <p:txBody>
          <a:bodyPr/>
          <a:lstStyle/>
          <a:p>
            <a:fld id="{E227863A-4956-4659-9192-3D74DA4F7578}" type="datetimeFigureOut">
              <a:rPr lang="en-US" smtClean="0"/>
              <a:t>8/20/2026</a:t>
            </a:fld>
            <a:endParaRPr lang="en-US"/>
          </a:p>
        </p:txBody>
      </p:sp>
      <p:sp>
        <p:nvSpPr>
          <p:cNvPr id="4" name="Footer Placeholder 3">
            <a:extLst>
              <a:ext uri="{FF2B5EF4-FFF2-40B4-BE49-F238E27FC236}">
                <a16:creationId xmlns:a16="http://schemas.microsoft.com/office/drawing/2014/main" id="{30024A6A-95A8-2753-339B-FC09D4CAEB8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59E07AF-B1A0-E180-D5AC-3F2F0031C98B}"/>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41824662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A8527A8-9BA5-6E6B-9B96-E6F6FADC46A2}"/>
              </a:ext>
            </a:extLst>
          </p:cNvPr>
          <p:cNvSpPr>
            <a:spLocks noGrp="1"/>
          </p:cNvSpPr>
          <p:nvPr>
            <p:ph type="dt" sz="half" idx="10"/>
          </p:nvPr>
        </p:nvSpPr>
        <p:spPr/>
        <p:txBody>
          <a:bodyPr/>
          <a:lstStyle/>
          <a:p>
            <a:fld id="{E227863A-4956-4659-9192-3D74DA4F7578}" type="datetimeFigureOut">
              <a:rPr lang="en-US" smtClean="0"/>
              <a:t>8/20/2026</a:t>
            </a:fld>
            <a:endParaRPr lang="en-US"/>
          </a:p>
        </p:txBody>
      </p:sp>
      <p:sp>
        <p:nvSpPr>
          <p:cNvPr id="3" name="Footer Placeholder 2">
            <a:extLst>
              <a:ext uri="{FF2B5EF4-FFF2-40B4-BE49-F238E27FC236}">
                <a16:creationId xmlns:a16="http://schemas.microsoft.com/office/drawing/2014/main" id="{4EAB8C98-6C07-7CF9-228C-EF7E6514747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2347070-DD15-038E-31F6-EF9EAD920E5F}"/>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3483214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528049-15BD-A06B-510D-51342C765D0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B77F51D-EFF8-F91B-8F7D-613493BF844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443686E-4EC3-3B25-F2B1-DEF00AA476F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E24C9A3-A390-80A1-50AD-21AB6B252580}"/>
              </a:ext>
            </a:extLst>
          </p:cNvPr>
          <p:cNvSpPr>
            <a:spLocks noGrp="1"/>
          </p:cNvSpPr>
          <p:nvPr>
            <p:ph type="dt" sz="half" idx="10"/>
          </p:nvPr>
        </p:nvSpPr>
        <p:spPr/>
        <p:txBody>
          <a:bodyPr/>
          <a:lstStyle/>
          <a:p>
            <a:fld id="{E227863A-4956-4659-9192-3D74DA4F7578}" type="datetimeFigureOut">
              <a:rPr lang="en-US" smtClean="0"/>
              <a:t>8/20/2026</a:t>
            </a:fld>
            <a:endParaRPr lang="en-US"/>
          </a:p>
        </p:txBody>
      </p:sp>
      <p:sp>
        <p:nvSpPr>
          <p:cNvPr id="6" name="Footer Placeholder 5">
            <a:extLst>
              <a:ext uri="{FF2B5EF4-FFF2-40B4-BE49-F238E27FC236}">
                <a16:creationId xmlns:a16="http://schemas.microsoft.com/office/drawing/2014/main" id="{E83FB16C-3A67-2F8D-2205-B1FF3BE2C63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D137A69-0E62-6668-A184-42A6DBF6B07A}"/>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40894807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8AFB01-3CD4-CFD9-5A71-411262FAAC8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9DCEFF8-AB3F-42A6-ADAF-1080336CCBE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3914F7C-5D5A-7C5D-50F2-B5067E1E613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AE767C3-2493-217A-8E1D-03F6BBB4ACBD}"/>
              </a:ext>
            </a:extLst>
          </p:cNvPr>
          <p:cNvSpPr>
            <a:spLocks noGrp="1"/>
          </p:cNvSpPr>
          <p:nvPr>
            <p:ph type="dt" sz="half" idx="10"/>
          </p:nvPr>
        </p:nvSpPr>
        <p:spPr/>
        <p:txBody>
          <a:bodyPr/>
          <a:lstStyle/>
          <a:p>
            <a:fld id="{E227863A-4956-4659-9192-3D74DA4F7578}" type="datetimeFigureOut">
              <a:rPr lang="en-US" smtClean="0"/>
              <a:t>8/20/2026</a:t>
            </a:fld>
            <a:endParaRPr lang="en-US"/>
          </a:p>
        </p:txBody>
      </p:sp>
      <p:sp>
        <p:nvSpPr>
          <p:cNvPr id="6" name="Footer Placeholder 5">
            <a:extLst>
              <a:ext uri="{FF2B5EF4-FFF2-40B4-BE49-F238E27FC236}">
                <a16:creationId xmlns:a16="http://schemas.microsoft.com/office/drawing/2014/main" id="{348FEBF7-64BD-7F85-1240-C02E3705BD1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0064DB1-56E3-B1C9-BED9-904A25C29434}"/>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32129736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EBCD61-B1C9-A34D-6022-ADB9D4B22C3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124F7E8-10E7-E6C8-474D-2A06ED50159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CE7D405-5D32-C40F-1430-5F5A97DD4FAF}"/>
              </a:ext>
            </a:extLst>
          </p:cNvPr>
          <p:cNvSpPr>
            <a:spLocks noGrp="1"/>
          </p:cNvSpPr>
          <p:nvPr>
            <p:ph type="dt" sz="half" idx="10"/>
          </p:nvPr>
        </p:nvSpPr>
        <p:spPr/>
        <p:txBody>
          <a:bodyPr/>
          <a:lstStyle/>
          <a:p>
            <a:fld id="{E227863A-4956-4659-9192-3D74DA4F7578}" type="datetimeFigureOut">
              <a:rPr lang="en-US" smtClean="0"/>
              <a:t>8/20/2026</a:t>
            </a:fld>
            <a:endParaRPr lang="en-US"/>
          </a:p>
        </p:txBody>
      </p:sp>
      <p:sp>
        <p:nvSpPr>
          <p:cNvPr id="5" name="Footer Placeholder 4">
            <a:extLst>
              <a:ext uri="{FF2B5EF4-FFF2-40B4-BE49-F238E27FC236}">
                <a16:creationId xmlns:a16="http://schemas.microsoft.com/office/drawing/2014/main" id="{7BD9955A-6D2E-8ABB-AF09-EC9590F01F8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19E1B21-A5D1-C625-FE7B-A0232576A69A}"/>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39178863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5699036-2042-AC93-5117-4059611F3CE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22DD23D-712F-710C-F8D8-B4B2B3E0592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9095516-E45F-6DA1-08EA-04E781DF5CCB}"/>
              </a:ext>
            </a:extLst>
          </p:cNvPr>
          <p:cNvSpPr>
            <a:spLocks noGrp="1"/>
          </p:cNvSpPr>
          <p:nvPr>
            <p:ph type="dt" sz="half" idx="10"/>
          </p:nvPr>
        </p:nvSpPr>
        <p:spPr/>
        <p:txBody>
          <a:bodyPr/>
          <a:lstStyle/>
          <a:p>
            <a:fld id="{E227863A-4956-4659-9192-3D74DA4F7578}" type="datetimeFigureOut">
              <a:rPr lang="en-US" smtClean="0"/>
              <a:t>8/20/2026</a:t>
            </a:fld>
            <a:endParaRPr lang="en-US"/>
          </a:p>
        </p:txBody>
      </p:sp>
      <p:sp>
        <p:nvSpPr>
          <p:cNvPr id="5" name="Footer Placeholder 4">
            <a:extLst>
              <a:ext uri="{FF2B5EF4-FFF2-40B4-BE49-F238E27FC236}">
                <a16:creationId xmlns:a16="http://schemas.microsoft.com/office/drawing/2014/main" id="{8B171DB9-D5C7-9EFA-0532-06B0BAAF417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4735D92-5A89-BE34-CC33-93F56B3EDB49}"/>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33873495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31F6EA6A-8FF5-49DF-BDDD-F7431B447D8F}" type="datetime3">
              <a:rPr lang="en-US" smtClean="0"/>
              <a:t>20 August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208086027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F411EB6-9770-43AB-BBCE-044F1DB66B82}" type="datetime3">
              <a:rPr lang="en-US" smtClean="0"/>
              <a:t>20 August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134829834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DC905DC-9CDD-41AE-979C-F366BC0443ED}" type="datetime3">
              <a:rPr lang="en-US" smtClean="0"/>
              <a:t>20 August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273992301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84FAC05-A025-4B8A-AB88-2AE8812F8A48}" type="datetime3">
              <a:rPr lang="en-US" smtClean="0"/>
              <a:t>20 August 2026</a:t>
            </a:fld>
            <a:endParaRPr lang="en-IN"/>
          </a:p>
        </p:txBody>
      </p:sp>
      <p:sp>
        <p:nvSpPr>
          <p:cNvPr id="6" name="Footer Placeholder 5"/>
          <p:cNvSpPr>
            <a:spLocks noGrp="1"/>
          </p:cNvSpPr>
          <p:nvPr>
            <p:ph type="ftr" sz="quarter" idx="11"/>
          </p:nvPr>
        </p:nvSpPr>
        <p:spPr/>
        <p:txBody>
          <a:bodyPr/>
          <a:lstStyle/>
          <a:p>
            <a:r>
              <a:rPr lang="en-IN"/>
              <a:t>Ph.D. Viva Voce</a:t>
            </a:r>
          </a:p>
        </p:txBody>
      </p:sp>
      <p:sp>
        <p:nvSpPr>
          <p:cNvPr id="7" name="Slide Number Placeholder 6"/>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407190834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87906D5-6813-455D-BAA0-28A983958C32}" type="datetime3">
              <a:rPr lang="en-US" smtClean="0"/>
              <a:t>20 August 2026</a:t>
            </a:fld>
            <a:endParaRPr lang="en-IN"/>
          </a:p>
        </p:txBody>
      </p:sp>
      <p:sp>
        <p:nvSpPr>
          <p:cNvPr id="8" name="Footer Placeholder 7"/>
          <p:cNvSpPr>
            <a:spLocks noGrp="1"/>
          </p:cNvSpPr>
          <p:nvPr>
            <p:ph type="ftr" sz="quarter" idx="11"/>
          </p:nvPr>
        </p:nvSpPr>
        <p:spPr/>
        <p:txBody>
          <a:bodyPr/>
          <a:lstStyle/>
          <a:p>
            <a:r>
              <a:rPr lang="en-IN"/>
              <a:t>Ph.D. Viva Voce</a:t>
            </a:r>
          </a:p>
        </p:txBody>
      </p:sp>
      <p:sp>
        <p:nvSpPr>
          <p:cNvPr id="9" name="Slide Number Placeholder 8"/>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57848570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F4309C4-DF5F-4FAA-9214-A2117415D598}" type="datetime3">
              <a:rPr lang="en-US" smtClean="0"/>
              <a:t>20 August 2026</a:t>
            </a:fld>
            <a:endParaRPr lang="en-IN"/>
          </a:p>
        </p:txBody>
      </p:sp>
      <p:sp>
        <p:nvSpPr>
          <p:cNvPr id="4" name="Footer Placeholder 3"/>
          <p:cNvSpPr>
            <a:spLocks noGrp="1"/>
          </p:cNvSpPr>
          <p:nvPr>
            <p:ph type="ftr" sz="quarter" idx="11"/>
          </p:nvPr>
        </p:nvSpPr>
        <p:spPr/>
        <p:txBody>
          <a:bodyPr/>
          <a:lstStyle/>
          <a:p>
            <a:r>
              <a:rPr lang="en-IN"/>
              <a:t>Ph.D. Viva Voce</a:t>
            </a:r>
          </a:p>
        </p:txBody>
      </p:sp>
      <p:sp>
        <p:nvSpPr>
          <p:cNvPr id="5" name="Slide Number Placeholder 4"/>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373388491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4683E30-D762-4164-BBF9-9799116ED611}" type="datetime3">
              <a:rPr lang="en-US" smtClean="0"/>
              <a:t>20 August 2026</a:t>
            </a:fld>
            <a:endParaRPr lang="en-IN"/>
          </a:p>
        </p:txBody>
      </p:sp>
      <p:sp>
        <p:nvSpPr>
          <p:cNvPr id="3" name="Footer Placeholder 2"/>
          <p:cNvSpPr>
            <a:spLocks noGrp="1"/>
          </p:cNvSpPr>
          <p:nvPr>
            <p:ph type="ftr" sz="quarter" idx="11"/>
          </p:nvPr>
        </p:nvSpPr>
        <p:spPr/>
        <p:txBody>
          <a:bodyPr/>
          <a:lstStyle/>
          <a:p>
            <a:r>
              <a:rPr lang="en-IN"/>
              <a:t>Ph.D. Viva Voce</a:t>
            </a:r>
          </a:p>
        </p:txBody>
      </p:sp>
      <p:sp>
        <p:nvSpPr>
          <p:cNvPr id="4" name="Slide Number Placeholder 3"/>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167188672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EEB4AA-F6FE-4EF1-9FE6-D5606E858D35}" type="datetime3">
              <a:rPr lang="en-US" smtClean="0"/>
              <a:t>20 August 2026</a:t>
            </a:fld>
            <a:endParaRPr lang="en-IN"/>
          </a:p>
        </p:txBody>
      </p:sp>
      <p:sp>
        <p:nvSpPr>
          <p:cNvPr id="6" name="Footer Placeholder 5"/>
          <p:cNvSpPr>
            <a:spLocks noGrp="1"/>
          </p:cNvSpPr>
          <p:nvPr>
            <p:ph type="ftr" sz="quarter" idx="11"/>
          </p:nvPr>
        </p:nvSpPr>
        <p:spPr/>
        <p:txBody>
          <a:bodyPr/>
          <a:lstStyle/>
          <a:p>
            <a:r>
              <a:rPr lang="en-IN"/>
              <a:t>Ph.D. Viva Voce</a:t>
            </a:r>
          </a:p>
        </p:txBody>
      </p:sp>
      <p:sp>
        <p:nvSpPr>
          <p:cNvPr id="7" name="Slide Number Placeholder 6"/>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404749178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7B547F9-D0DE-4919-BAA4-23065C38E70B}" type="datetime3">
              <a:rPr lang="en-US" smtClean="0"/>
              <a:t>20 August 2026</a:t>
            </a:fld>
            <a:endParaRPr lang="en-IN"/>
          </a:p>
        </p:txBody>
      </p:sp>
      <p:sp>
        <p:nvSpPr>
          <p:cNvPr id="6" name="Footer Placeholder 5"/>
          <p:cNvSpPr>
            <a:spLocks noGrp="1"/>
          </p:cNvSpPr>
          <p:nvPr>
            <p:ph type="ftr" sz="quarter" idx="11"/>
          </p:nvPr>
        </p:nvSpPr>
        <p:spPr/>
        <p:txBody>
          <a:bodyPr/>
          <a:lstStyle/>
          <a:p>
            <a:r>
              <a:rPr lang="en-IN"/>
              <a:t>Ph.D. Viva Voce</a:t>
            </a:r>
          </a:p>
        </p:txBody>
      </p:sp>
      <p:sp>
        <p:nvSpPr>
          <p:cNvPr id="7" name="Slide Number Placeholder 6"/>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104633191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30D9772-7494-4C65-A0D8-1FBD740B2E65}" type="datetime3">
              <a:rPr lang="en-US" smtClean="0"/>
              <a:t>20 August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330758400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BB089DC-0019-49C7-8AD2-EF5D896393D8}" type="datetime3">
              <a:rPr lang="en-US" smtClean="0"/>
              <a:t>20 August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42045954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9711898-360B-AD49-DD62-FA3B7B66269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1A2BE89-A274-4461-2B81-50587446319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C4B2A70-C1DC-D783-67E1-97822E79A51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227863A-4956-4659-9192-3D74DA4F7578}" type="datetimeFigureOut">
              <a:rPr lang="en-US" smtClean="0"/>
              <a:t>8/20/2026</a:t>
            </a:fld>
            <a:endParaRPr lang="en-US"/>
          </a:p>
        </p:txBody>
      </p:sp>
      <p:sp>
        <p:nvSpPr>
          <p:cNvPr id="5" name="Footer Placeholder 4">
            <a:extLst>
              <a:ext uri="{FF2B5EF4-FFF2-40B4-BE49-F238E27FC236}">
                <a16:creationId xmlns:a16="http://schemas.microsoft.com/office/drawing/2014/main" id="{08C5D01A-229C-E067-7B4E-BC254D65441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50741767-E51C-1DAB-E3C8-F047E87A83D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639234F-78F1-4984-9C4D-D4C7AB587871}" type="slidenum">
              <a:rPr lang="en-US" smtClean="0"/>
              <a:t>‹#›</a:t>
            </a:fld>
            <a:endParaRPr lang="en-US"/>
          </a:p>
        </p:txBody>
      </p:sp>
    </p:spTree>
    <p:extLst>
      <p:ext uri="{BB962C8B-B14F-4D97-AF65-F5344CB8AC3E}">
        <p14:creationId xmlns:p14="http://schemas.microsoft.com/office/powerpoint/2010/main" val="164563733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E16266A-CA82-4709-A4C2-B8B2AD8F4816}" type="datetime3">
              <a:rPr lang="en-US" smtClean="0"/>
              <a:t>20 August 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a:t>Ph.D. Viva Voce</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1AD1135-6E10-4422-AC8B-257B84239C9C}" type="slidenum">
              <a:rPr lang="en-IN" smtClean="0"/>
              <a:t>‹#›</a:t>
            </a:fld>
            <a:endParaRPr lang="en-IN"/>
          </a:p>
        </p:txBody>
      </p:sp>
    </p:spTree>
    <p:extLst>
      <p:ext uri="{BB962C8B-B14F-4D97-AF65-F5344CB8AC3E}">
        <p14:creationId xmlns:p14="http://schemas.microsoft.com/office/powerpoint/2010/main" val="291376645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hyperlink" Target="https://svgsilh.com/03a9f4/image/98809.html" TargetMode="External"/><Relationship Id="rId7" Type="http://schemas.openxmlformats.org/officeDocument/2006/relationships/diagramColors" Target="../diagrams/colors1.xml"/><Relationship Id="rId2" Type="http://schemas.openxmlformats.org/officeDocument/2006/relationships/image" Target="../media/image2.svg"/><Relationship Id="rId1" Type="http://schemas.openxmlformats.org/officeDocument/2006/relationships/slideLayout" Target="../slideLayouts/slideLayout18.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 Id="rId9" Type="http://schemas.openxmlformats.org/officeDocument/2006/relationships/image" Target="../media/image1.png"/></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15">
            <a:extLst>
              <a:ext uri="{FF2B5EF4-FFF2-40B4-BE49-F238E27FC236}">
                <a16:creationId xmlns:a16="http://schemas.microsoft.com/office/drawing/2014/main" id="{500C0830-A1CA-96AE-68D2-18C57ABE4802}"/>
              </a:ext>
            </a:extLst>
          </p:cNvPr>
          <p:cNvSpPr txBox="1"/>
          <p:nvPr/>
        </p:nvSpPr>
        <p:spPr>
          <a:xfrm>
            <a:off x="2795486" y="2915590"/>
            <a:ext cx="6200774" cy="492443"/>
          </a:xfrm>
          <a:prstGeom prst="rect">
            <a:avLst/>
          </a:prstGeom>
          <a:noFill/>
          <a:effectLst>
            <a:glow rad="139700">
              <a:schemeClr val="accent2">
                <a:satMod val="175000"/>
                <a:alpha val="40000"/>
              </a:schemeClr>
            </a:glow>
          </a:effectLst>
        </p:spPr>
        <p:txBody>
          <a:bodyPr wrap="square">
            <a:spAutoFit/>
          </a:bodyPr>
          <a:lstStyle/>
          <a:p>
            <a:pPr algn="ctr"/>
            <a:endParaRPr lang="en-IN" sz="600" dirty="0">
              <a:latin typeface="Times New Roman" panose="02020603050405020304" pitchFamily="18" charset="0"/>
              <a:cs typeface="Times New Roman" panose="02020603050405020304" pitchFamily="18" charset="0"/>
            </a:endParaRPr>
          </a:p>
          <a:p>
            <a:pPr algn="ctr"/>
            <a:r>
              <a:rPr lang="en-IN" sz="2000" b="1" dirty="0">
                <a:solidFill>
                  <a:srgbClr val="FF0000"/>
                </a:solidFill>
                <a:latin typeface="Times New Roman" panose="02020603050405020304" pitchFamily="18" charset="0"/>
                <a:cs typeface="Times New Roman" panose="02020603050405020304" pitchFamily="18" charset="0"/>
              </a:rPr>
              <a:t>Thursday, August 20</a:t>
            </a:r>
            <a:r>
              <a:rPr lang="en-IN" sz="2000" b="1" baseline="30000" dirty="0">
                <a:solidFill>
                  <a:srgbClr val="FF0000"/>
                </a:solidFill>
                <a:latin typeface="Times New Roman" panose="02020603050405020304" pitchFamily="18" charset="0"/>
                <a:cs typeface="Times New Roman" panose="02020603050405020304" pitchFamily="18" charset="0"/>
              </a:rPr>
              <a:t>th</a:t>
            </a:r>
            <a:r>
              <a:rPr lang="en-IN" sz="2000" b="1" dirty="0">
                <a:solidFill>
                  <a:srgbClr val="FF0000"/>
                </a:solidFill>
                <a:latin typeface="Times New Roman" panose="02020603050405020304" pitchFamily="18" charset="0"/>
                <a:cs typeface="Times New Roman" panose="02020603050405020304" pitchFamily="18" charset="0"/>
              </a:rPr>
              <a:t>, 2026</a:t>
            </a:r>
          </a:p>
        </p:txBody>
      </p:sp>
      <p:graphicFrame>
        <p:nvGraphicFramePr>
          <p:cNvPr id="18" name="Table 17">
            <a:extLst>
              <a:ext uri="{FF2B5EF4-FFF2-40B4-BE49-F238E27FC236}">
                <a16:creationId xmlns:a16="http://schemas.microsoft.com/office/drawing/2014/main" id="{BD22BC4D-4857-7D81-7819-37B7BB426420}"/>
              </a:ext>
            </a:extLst>
          </p:cNvPr>
          <p:cNvGraphicFramePr>
            <a:graphicFrameLocks noGrp="1"/>
          </p:cNvGraphicFramePr>
          <p:nvPr>
            <p:extLst>
              <p:ext uri="{D42A27DB-BD31-4B8C-83A1-F6EECF244321}">
                <p14:modId xmlns:p14="http://schemas.microsoft.com/office/powerpoint/2010/main" val="1645478218"/>
              </p:ext>
            </p:extLst>
          </p:nvPr>
        </p:nvGraphicFramePr>
        <p:xfrm>
          <a:off x="8398355" y="4672365"/>
          <a:ext cx="3702050" cy="1066800"/>
        </p:xfrm>
        <a:graphic>
          <a:graphicData uri="http://schemas.openxmlformats.org/drawingml/2006/table">
            <a:tbl>
              <a:tblPr firstRow="1" bandRow="1">
                <a:tableStyleId>{5940675A-B579-460E-94D1-54222C63F5DA}</a:tableStyleId>
              </a:tblPr>
              <a:tblGrid>
                <a:gridCol w="3702050">
                  <a:extLst>
                    <a:ext uri="{9D8B030D-6E8A-4147-A177-3AD203B41FA5}">
                      <a16:colId xmlns:a16="http://schemas.microsoft.com/office/drawing/2014/main" val="40058472"/>
                    </a:ext>
                  </a:extLst>
                </a:gridCol>
              </a:tblGrid>
              <a:tr h="95337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600" b="1" dirty="0">
                          <a:solidFill>
                            <a:srgbClr val="C00000"/>
                          </a:solidFill>
                          <a:latin typeface="Times New Roman" panose="02020603050405020304" pitchFamily="18" charset="0"/>
                          <a:cs typeface="Times New Roman" panose="02020603050405020304" pitchFamily="18" charset="0"/>
                        </a:rPr>
                        <a:t>Team Members</a:t>
                      </a:r>
                    </a:p>
                    <a:p>
                      <a:pPr marL="0" algn="l" defTabSz="914400" rtl="0" eaLnBrk="1" latinLnBrk="0" hangingPunct="1"/>
                      <a:r>
                        <a:rPr lang="en-IN" sz="1600" b="1" kern="1200" dirty="0">
                          <a:solidFill>
                            <a:schemeClr val="dk1"/>
                          </a:solidFill>
                          <a:latin typeface="Times New Roman" panose="02020603050405020304" pitchFamily="18" charset="0"/>
                          <a:ea typeface="Cambria"/>
                          <a:cs typeface="Times New Roman" panose="02020603050405020304" pitchFamily="18" charset="0"/>
                        </a:rPr>
                        <a:t>V. Dhanush - 2420030162</a:t>
                      </a:r>
                    </a:p>
                    <a:p>
                      <a:pPr marL="0" algn="l" defTabSz="914400" rtl="0" eaLnBrk="1" latinLnBrk="0" hangingPunct="1"/>
                      <a:r>
                        <a:rPr lang="en-IN" sz="1600" b="1" kern="1200" dirty="0">
                          <a:solidFill>
                            <a:schemeClr val="dk1"/>
                          </a:solidFill>
                          <a:latin typeface="Times New Roman" panose="02020603050405020304" pitchFamily="18" charset="0"/>
                          <a:ea typeface="Cambria"/>
                          <a:cs typeface="Times New Roman" panose="02020603050405020304" pitchFamily="18" charset="0"/>
                        </a:rPr>
                        <a:t>B. Srihitha - 2420030099</a:t>
                      </a:r>
                    </a:p>
                    <a:p>
                      <a:pPr marL="0" algn="l" defTabSz="914400" rtl="0" eaLnBrk="1" latinLnBrk="0" hangingPunct="1"/>
                      <a:r>
                        <a:rPr lang="en-IN" sz="1600" b="1" kern="1200" dirty="0">
                          <a:solidFill>
                            <a:schemeClr val="dk1"/>
                          </a:solidFill>
                          <a:latin typeface="Times New Roman" panose="02020603050405020304" pitchFamily="18" charset="0"/>
                          <a:ea typeface="Cambria"/>
                          <a:cs typeface="Times New Roman" panose="02020603050405020304" pitchFamily="18" charset="0"/>
                        </a:rPr>
                        <a:t>E. Mahathi – 2420030093</a:t>
                      </a:r>
                      <a:endParaRPr lang="en-IN" sz="1400" b="1" kern="1200" dirty="0">
                        <a:solidFill>
                          <a:schemeClr val="dk1"/>
                        </a:solidFill>
                        <a:latin typeface="Times New Roman" panose="02020603050405020304" pitchFamily="18" charset="0"/>
                        <a:ea typeface="Cambri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108782725"/>
                  </a:ext>
                </a:extLst>
              </a:tr>
            </a:tbl>
          </a:graphicData>
        </a:graphic>
      </p:graphicFrame>
      <p:grpSp>
        <p:nvGrpSpPr>
          <p:cNvPr id="21" name="Group 20">
            <a:extLst>
              <a:ext uri="{FF2B5EF4-FFF2-40B4-BE49-F238E27FC236}">
                <a16:creationId xmlns:a16="http://schemas.microsoft.com/office/drawing/2014/main" id="{B5A8CA37-C090-A9D8-75D0-A7A7D5DEBE24}"/>
              </a:ext>
            </a:extLst>
          </p:cNvPr>
          <p:cNvGrpSpPr/>
          <p:nvPr/>
        </p:nvGrpSpPr>
        <p:grpSpPr>
          <a:xfrm>
            <a:off x="8038280" y="4765558"/>
            <a:ext cx="230240" cy="232995"/>
            <a:chOff x="1567861" y="1613059"/>
            <a:chExt cx="230240" cy="232995"/>
          </a:xfrm>
          <a:solidFill>
            <a:srgbClr val="FF66FF"/>
          </a:solidFill>
        </p:grpSpPr>
        <p:sp>
          <p:nvSpPr>
            <p:cNvPr id="22" name="Isosceles Triangle 21">
              <a:extLst>
                <a:ext uri="{FF2B5EF4-FFF2-40B4-BE49-F238E27FC236}">
                  <a16:creationId xmlns:a16="http://schemas.microsoft.com/office/drawing/2014/main" id="{E48399A6-AAB5-B502-9670-34E0FCDF5541}"/>
                </a:ext>
              </a:extLst>
            </p:cNvPr>
            <p:cNvSpPr/>
            <p:nvPr/>
          </p:nvSpPr>
          <p:spPr>
            <a:xfrm rot="8294948">
              <a:off x="1567861" y="1613059"/>
              <a:ext cx="160845" cy="232995"/>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highlight>
                  <a:srgbClr val="FFFF00"/>
                </a:highlight>
              </a:endParaRPr>
            </a:p>
          </p:txBody>
        </p:sp>
        <p:sp>
          <p:nvSpPr>
            <p:cNvPr id="23" name="Isosceles Triangle 22">
              <a:extLst>
                <a:ext uri="{FF2B5EF4-FFF2-40B4-BE49-F238E27FC236}">
                  <a16:creationId xmlns:a16="http://schemas.microsoft.com/office/drawing/2014/main" id="{67E59050-351C-0873-0298-AB77EA522C22}"/>
                </a:ext>
              </a:extLst>
            </p:cNvPr>
            <p:cNvSpPr/>
            <p:nvPr/>
          </p:nvSpPr>
          <p:spPr>
            <a:xfrm rot="11852143">
              <a:off x="1683856" y="1639371"/>
              <a:ext cx="114245" cy="153379"/>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graphicFrame>
        <p:nvGraphicFramePr>
          <p:cNvPr id="30" name="Table 29">
            <a:extLst>
              <a:ext uri="{FF2B5EF4-FFF2-40B4-BE49-F238E27FC236}">
                <a16:creationId xmlns:a16="http://schemas.microsoft.com/office/drawing/2014/main" id="{9091FADF-77DB-CB1D-CD72-56C53CF76308}"/>
              </a:ext>
            </a:extLst>
          </p:cNvPr>
          <p:cNvGraphicFramePr>
            <a:graphicFrameLocks noGrp="1"/>
          </p:cNvGraphicFramePr>
          <p:nvPr>
            <p:extLst>
              <p:ext uri="{D42A27DB-BD31-4B8C-83A1-F6EECF244321}">
                <p14:modId xmlns:p14="http://schemas.microsoft.com/office/powerpoint/2010/main" val="3850425357"/>
              </p:ext>
            </p:extLst>
          </p:nvPr>
        </p:nvGraphicFramePr>
        <p:xfrm>
          <a:off x="-580862" y="4538579"/>
          <a:ext cx="5902325" cy="1366520"/>
        </p:xfrm>
        <a:graphic>
          <a:graphicData uri="http://schemas.openxmlformats.org/drawingml/2006/table">
            <a:tbl>
              <a:tblPr firstRow="1" bandRow="1">
                <a:tableStyleId>{5940675A-B579-460E-94D1-54222C63F5DA}</a:tableStyleId>
              </a:tblPr>
              <a:tblGrid>
                <a:gridCol w="1373565">
                  <a:extLst>
                    <a:ext uri="{9D8B030D-6E8A-4147-A177-3AD203B41FA5}">
                      <a16:colId xmlns:a16="http://schemas.microsoft.com/office/drawing/2014/main" val="40058472"/>
                    </a:ext>
                  </a:extLst>
                </a:gridCol>
                <a:gridCol w="4528760">
                  <a:extLst>
                    <a:ext uri="{9D8B030D-6E8A-4147-A177-3AD203B41FA5}">
                      <a16:colId xmlns:a16="http://schemas.microsoft.com/office/drawing/2014/main" val="1330242319"/>
                    </a:ext>
                  </a:extLst>
                </a:gridCol>
              </a:tblGrid>
              <a:tr h="1332118">
                <a:tc>
                  <a:txBody>
                    <a:bodyPr/>
                    <a:lstStyle/>
                    <a:p>
                      <a:endParaRPr lang="en-IN"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endParaRPr lang="en-IN" sz="500" b="1" dirty="0">
                        <a:solidFill>
                          <a:srgbClr val="C00000"/>
                        </a:solidFill>
                        <a:latin typeface="Times New Roman" panose="02020603050405020304" pitchFamily="18" charset="0"/>
                        <a:cs typeface="Times New Roman" panose="02020603050405020304" pitchFamily="18" charset="0"/>
                      </a:endParaRPr>
                    </a:p>
                    <a:p>
                      <a:r>
                        <a:rPr lang="en-IN" sz="1600" b="1" dirty="0">
                          <a:solidFill>
                            <a:srgbClr val="C00000"/>
                          </a:solidFill>
                          <a:latin typeface="Times New Roman" panose="02020603050405020304" pitchFamily="18" charset="0"/>
                          <a:cs typeface="Times New Roman" panose="02020603050405020304" pitchFamily="18" charset="0"/>
                        </a:rPr>
                        <a:t>Under the Guidance of</a:t>
                      </a:r>
                    </a:p>
                    <a:p>
                      <a:pPr marL="0" indent="0" algn="l">
                        <a:lnSpc>
                          <a:spcPct val="100000"/>
                        </a:lnSpc>
                        <a:spcBef>
                          <a:spcPts val="200"/>
                        </a:spcBef>
                        <a:buSzPts val="810"/>
                        <a:buNone/>
                      </a:pPr>
                      <a:r>
                        <a:rPr lang="en-US" sz="1400" b="1" dirty="0">
                          <a:solidFill>
                            <a:schemeClr val="dk1"/>
                          </a:solidFill>
                          <a:latin typeface="Times New Roman" panose="02020603050405020304" pitchFamily="18" charset="0"/>
                          <a:ea typeface="Cambria"/>
                          <a:cs typeface="Times New Roman" panose="02020603050405020304" pitchFamily="18" charset="0"/>
                          <a:sym typeface="Cambria"/>
                        </a:rPr>
                        <a:t>Dr. Srikanth </a:t>
                      </a:r>
                      <a:r>
                        <a:rPr lang="en-US" sz="1400" b="1" dirty="0" err="1">
                          <a:solidFill>
                            <a:schemeClr val="dk1"/>
                          </a:solidFill>
                          <a:latin typeface="Times New Roman" panose="02020603050405020304" pitchFamily="18" charset="0"/>
                          <a:ea typeface="Cambria"/>
                          <a:cs typeface="Times New Roman" panose="02020603050405020304" pitchFamily="18" charset="0"/>
                          <a:sym typeface="Cambria"/>
                        </a:rPr>
                        <a:t>Cherukuvada</a:t>
                      </a:r>
                      <a:endParaRPr lang="en-US" sz="1400" b="1" dirty="0">
                        <a:solidFill>
                          <a:schemeClr val="dk1"/>
                        </a:solidFill>
                        <a:latin typeface="Times New Roman" panose="02020603050405020304" pitchFamily="18" charset="0"/>
                        <a:ea typeface="Cambria"/>
                        <a:cs typeface="Times New Roman" panose="02020603050405020304" pitchFamily="18" charset="0"/>
                        <a:sym typeface="Cambria"/>
                      </a:endParaRPr>
                    </a:p>
                    <a:p>
                      <a:pPr marL="0" indent="0" algn="l">
                        <a:lnSpc>
                          <a:spcPct val="100000"/>
                        </a:lnSpc>
                        <a:spcBef>
                          <a:spcPts val="200"/>
                        </a:spcBef>
                        <a:buSzPts val="810"/>
                        <a:buNone/>
                      </a:pPr>
                      <a:r>
                        <a:rPr lang="en-US" sz="1400" dirty="0">
                          <a:solidFill>
                            <a:schemeClr val="dk1"/>
                          </a:solidFill>
                          <a:latin typeface="Times New Roman" panose="02020603050405020304" pitchFamily="18" charset="0"/>
                          <a:ea typeface="Cambria"/>
                          <a:cs typeface="Times New Roman" panose="02020603050405020304" pitchFamily="18" charset="0"/>
                          <a:sym typeface="Cambria"/>
                        </a:rPr>
                        <a:t>Assistant Professor, </a:t>
                      </a:r>
                    </a:p>
                    <a:p>
                      <a:pPr marL="0" indent="0" algn="l">
                        <a:lnSpc>
                          <a:spcPct val="100000"/>
                        </a:lnSpc>
                        <a:spcBef>
                          <a:spcPts val="200"/>
                        </a:spcBef>
                        <a:buSzPts val="810"/>
                        <a:buNone/>
                      </a:pPr>
                      <a:r>
                        <a:rPr lang="en-US" sz="1400" b="1" dirty="0">
                          <a:solidFill>
                            <a:schemeClr val="dk1"/>
                          </a:solidFill>
                          <a:latin typeface="Times New Roman" panose="02020603050405020304" pitchFamily="18" charset="0"/>
                          <a:ea typeface="Cambria"/>
                          <a:cs typeface="Times New Roman" panose="02020603050405020304" pitchFamily="18" charset="0"/>
                          <a:sym typeface="Cambria"/>
                        </a:rPr>
                        <a:t>Department of </a:t>
                      </a:r>
                      <a:r>
                        <a:rPr lang="en-US" sz="1400" b="1" dirty="0">
                          <a:solidFill>
                            <a:prstClr val="black"/>
                          </a:solidFill>
                          <a:latin typeface="Times New Roman" panose="02020603050405020304" pitchFamily="18" charset="0"/>
                          <a:ea typeface="Cambria"/>
                          <a:cs typeface="Times New Roman" panose="02020603050405020304" pitchFamily="18" charset="0"/>
                          <a:sym typeface="Cambria"/>
                        </a:rPr>
                        <a:t>Computer Science and Engineering, </a:t>
                      </a:r>
                    </a:p>
                    <a:p>
                      <a:pPr marL="0" indent="0" algn="l">
                        <a:lnSpc>
                          <a:spcPct val="100000"/>
                        </a:lnSpc>
                        <a:spcBef>
                          <a:spcPts val="200"/>
                        </a:spcBef>
                        <a:buSzPts val="810"/>
                        <a:buNone/>
                      </a:pPr>
                      <a:r>
                        <a:rPr lang="en-US" sz="1400" dirty="0">
                          <a:solidFill>
                            <a:schemeClr val="dk1"/>
                          </a:solidFill>
                          <a:latin typeface="Times New Roman" panose="02020603050405020304" pitchFamily="18" charset="0"/>
                          <a:ea typeface="Cambria"/>
                          <a:cs typeface="Times New Roman" panose="02020603050405020304" pitchFamily="18" charset="0"/>
                          <a:sym typeface="Cambria"/>
                        </a:rPr>
                        <a:t>KLH CSE Bowrampet Campus</a:t>
                      </a:r>
                      <a:endParaRPr lang="en-US" sz="1400" dirty="0">
                        <a:solidFill>
                          <a:schemeClr val="dk1"/>
                        </a:solidFill>
                        <a:latin typeface="Times New Roman" panose="02020603050405020304" pitchFamily="18" charset="0"/>
                        <a:ea typeface="Cambria"/>
                        <a:cs typeface="Times New Roman" panose="02020603050405020304" pitchFamily="18" charset="0"/>
                        <a:sym typeface="Arial"/>
                      </a:endParaRPr>
                    </a:p>
                  </a:txBody>
                  <a:tcP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108782725"/>
                  </a:ext>
                </a:extLst>
              </a:tr>
            </a:tbl>
          </a:graphicData>
        </a:graphic>
      </p:graphicFrame>
      <p:grpSp>
        <p:nvGrpSpPr>
          <p:cNvPr id="31" name="Group 30">
            <a:extLst>
              <a:ext uri="{FF2B5EF4-FFF2-40B4-BE49-F238E27FC236}">
                <a16:creationId xmlns:a16="http://schemas.microsoft.com/office/drawing/2014/main" id="{8A67E7A6-1F33-FBD3-09B8-F35F17C8F890}"/>
              </a:ext>
            </a:extLst>
          </p:cNvPr>
          <p:cNvGrpSpPr/>
          <p:nvPr/>
        </p:nvGrpSpPr>
        <p:grpSpPr>
          <a:xfrm>
            <a:off x="470304" y="4649060"/>
            <a:ext cx="230240" cy="232995"/>
            <a:chOff x="1567861" y="1613059"/>
            <a:chExt cx="230240" cy="232995"/>
          </a:xfrm>
          <a:solidFill>
            <a:srgbClr val="00B0F0"/>
          </a:solidFill>
        </p:grpSpPr>
        <p:sp>
          <p:nvSpPr>
            <p:cNvPr id="32" name="Isosceles Triangle 31">
              <a:extLst>
                <a:ext uri="{FF2B5EF4-FFF2-40B4-BE49-F238E27FC236}">
                  <a16:creationId xmlns:a16="http://schemas.microsoft.com/office/drawing/2014/main" id="{FE269535-B3A3-75F2-310C-D43D8AC3F905}"/>
                </a:ext>
              </a:extLst>
            </p:cNvPr>
            <p:cNvSpPr/>
            <p:nvPr/>
          </p:nvSpPr>
          <p:spPr>
            <a:xfrm rot="8294948">
              <a:off x="1567861" y="1613059"/>
              <a:ext cx="160845" cy="232995"/>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highlight>
                  <a:srgbClr val="FFFF00"/>
                </a:highlight>
              </a:endParaRPr>
            </a:p>
          </p:txBody>
        </p:sp>
        <p:sp>
          <p:nvSpPr>
            <p:cNvPr id="33" name="Isosceles Triangle 32">
              <a:extLst>
                <a:ext uri="{FF2B5EF4-FFF2-40B4-BE49-F238E27FC236}">
                  <a16:creationId xmlns:a16="http://schemas.microsoft.com/office/drawing/2014/main" id="{FA8E9237-F9D3-FB94-D6EB-94D77AEFD506}"/>
                </a:ext>
              </a:extLst>
            </p:cNvPr>
            <p:cNvSpPr/>
            <p:nvPr/>
          </p:nvSpPr>
          <p:spPr>
            <a:xfrm rot="11852143">
              <a:off x="1683856" y="1639371"/>
              <a:ext cx="114245" cy="153379"/>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sp>
        <p:nvSpPr>
          <p:cNvPr id="36" name="Slide Number Placeholder 35">
            <a:extLst>
              <a:ext uri="{FF2B5EF4-FFF2-40B4-BE49-F238E27FC236}">
                <a16:creationId xmlns:a16="http://schemas.microsoft.com/office/drawing/2014/main" id="{28F834F9-83AA-E3F9-773A-4B7A83B345F7}"/>
              </a:ext>
            </a:extLst>
          </p:cNvPr>
          <p:cNvSpPr>
            <a:spLocks noGrp="1"/>
          </p:cNvSpPr>
          <p:nvPr>
            <p:ph type="sldNum" sz="quarter" idx="12"/>
          </p:nvPr>
        </p:nvSpPr>
        <p:spPr/>
        <p:txBody>
          <a:bodyPr/>
          <a:lstStyle/>
          <a:p>
            <a:fld id="{01AD1135-6E10-4422-AC8B-257B84239C9C}" type="slidenum">
              <a:rPr lang="en-IN" smtClean="0"/>
              <a:t>1</a:t>
            </a:fld>
            <a:endParaRPr lang="en-IN" dirty="0"/>
          </a:p>
        </p:txBody>
      </p:sp>
      <p:pic>
        <p:nvPicPr>
          <p:cNvPr id="7" name="Picture 6">
            <a:extLst>
              <a:ext uri="{FF2B5EF4-FFF2-40B4-BE49-F238E27FC236}">
                <a16:creationId xmlns:a16="http://schemas.microsoft.com/office/drawing/2014/main" id="{A4782FAE-AFAF-27B2-2591-CFAF7695BD03}"/>
              </a:ext>
            </a:extLst>
          </p:cNvPr>
          <p:cNvPicPr>
            <a:picLocks noChangeAspect="1"/>
          </p:cNvPicPr>
          <p:nvPr/>
        </p:nvPicPr>
        <p:blipFill>
          <a:blip r:embed="rId3"/>
          <a:stretch>
            <a:fillRect/>
          </a:stretch>
        </p:blipFill>
        <p:spPr>
          <a:xfrm>
            <a:off x="10249380" y="0"/>
            <a:ext cx="1942620" cy="622550"/>
          </a:xfrm>
          <a:prstGeom prst="rect">
            <a:avLst/>
          </a:prstGeom>
        </p:spPr>
      </p:pic>
      <p:sp>
        <p:nvSpPr>
          <p:cNvPr id="17" name="TextBox 16">
            <a:extLst>
              <a:ext uri="{FF2B5EF4-FFF2-40B4-BE49-F238E27FC236}">
                <a16:creationId xmlns:a16="http://schemas.microsoft.com/office/drawing/2014/main" id="{D25BC1A0-FDE4-1557-375E-6E0BD69BC77B}"/>
              </a:ext>
            </a:extLst>
          </p:cNvPr>
          <p:cNvSpPr txBox="1"/>
          <p:nvPr/>
        </p:nvSpPr>
        <p:spPr>
          <a:xfrm>
            <a:off x="585424" y="2285025"/>
            <a:ext cx="10715625" cy="584775"/>
          </a:xfrm>
          <a:prstGeom prst="rect">
            <a:avLst/>
          </a:prstGeom>
          <a:noFill/>
        </p:spPr>
        <p:txBody>
          <a:bodyPr wrap="square">
            <a:spAutoFit/>
          </a:bodyPr>
          <a:lstStyle/>
          <a:p>
            <a:pPr lvl="0" algn="ctr">
              <a:defRPr/>
            </a:pPr>
            <a:r>
              <a:rPr lang="en-IN" sz="3200" b="1" dirty="0">
                <a:latin typeface="Times New Roman" panose="02020603050405020304" pitchFamily="18" charset="0"/>
                <a:cs typeface="Times New Roman" panose="02020603050405020304" pitchFamily="18" charset="0"/>
              </a:rPr>
              <a:t>SOA Project Review-1</a:t>
            </a:r>
          </a:p>
        </p:txBody>
      </p:sp>
      <p:sp>
        <p:nvSpPr>
          <p:cNvPr id="3" name="Rectangle: Rounded Corners 2">
            <a:extLst>
              <a:ext uri="{FF2B5EF4-FFF2-40B4-BE49-F238E27FC236}">
                <a16:creationId xmlns:a16="http://schemas.microsoft.com/office/drawing/2014/main" id="{90D07009-933A-63DA-3E39-3B5E7903CA7F}"/>
              </a:ext>
            </a:extLst>
          </p:cNvPr>
          <p:cNvSpPr/>
          <p:nvPr/>
        </p:nvSpPr>
        <p:spPr>
          <a:xfrm>
            <a:off x="576459" y="835762"/>
            <a:ext cx="10915650" cy="985640"/>
          </a:xfrm>
          <a:prstGeom prst="round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400" b="1" dirty="0">
                <a:latin typeface="Times New Roman" panose="02020603050405020304" pitchFamily="18" charset="0"/>
                <a:cs typeface="Times New Roman" panose="02020603050405020304" pitchFamily="18" charset="0"/>
              </a:rPr>
              <a:t>Interview </a:t>
            </a:r>
            <a:r>
              <a:rPr lang="en-IN" sz="2400" b="1" dirty="0" err="1">
                <a:latin typeface="Times New Roman" panose="02020603050405020304" pitchFamily="18" charset="0"/>
                <a:cs typeface="Times New Roman" panose="02020603050405020304" pitchFamily="18" charset="0"/>
              </a:rPr>
              <a:t>VerseAI</a:t>
            </a:r>
            <a:r>
              <a:rPr lang="en-IN" sz="2400" b="1" dirty="0">
                <a:latin typeface="Times New Roman" panose="02020603050405020304" pitchFamily="18" charset="0"/>
                <a:cs typeface="Times New Roman" panose="02020603050405020304" pitchFamily="18" charset="0"/>
              </a:rPr>
              <a:t>-An Agentic Intelligent Interview Assessment Ecosystem for Adaptive Skill Evaluation and Personalized Career Readiness</a:t>
            </a:r>
          </a:p>
        </p:txBody>
      </p:sp>
    </p:spTree>
    <p:extLst>
      <p:ext uri="{BB962C8B-B14F-4D97-AF65-F5344CB8AC3E}">
        <p14:creationId xmlns:p14="http://schemas.microsoft.com/office/powerpoint/2010/main" val="22476026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6420A00F-144B-157D-A12F-7CF90703CA18}"/>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A3A418F-4DEE-4BB1-940B-1145D135750E}" type="slidenum">
              <a:rPr kumimoji="0" lang="en-IN"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a:t>
            </a:fld>
            <a:endParaRPr kumimoji="0" lang="en-IN"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9" name="TextBox 8">
            <a:extLst>
              <a:ext uri="{FF2B5EF4-FFF2-40B4-BE49-F238E27FC236}">
                <a16:creationId xmlns:a16="http://schemas.microsoft.com/office/drawing/2014/main" id="{9797C6D7-F4DC-4908-B610-D10EE43A9B41}"/>
              </a:ext>
            </a:extLst>
          </p:cNvPr>
          <p:cNvSpPr txBox="1"/>
          <p:nvPr/>
        </p:nvSpPr>
        <p:spPr>
          <a:xfrm>
            <a:off x="3020906" y="173546"/>
            <a:ext cx="5854242" cy="646331"/>
          </a:xfrm>
          <a:prstGeom prst="rect">
            <a:avLst/>
          </a:prstGeom>
          <a:ln>
            <a:noFill/>
          </a:ln>
        </p:spPr>
        <p:style>
          <a:lnRef idx="2">
            <a:schemeClr val="accent2"/>
          </a:lnRef>
          <a:fillRef idx="1">
            <a:schemeClr val="lt1"/>
          </a:fillRef>
          <a:effectRef idx="0">
            <a:schemeClr val="accent2"/>
          </a:effectRef>
          <a:fontRef idx="minor">
            <a:schemeClr val="dk1"/>
          </a:fontRef>
        </p:style>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IN" sz="3600" b="1" i="0" u="none" strike="noStrike" kern="1200" cap="none" spc="0" normalizeH="0" baseline="0" noProof="0" dirty="0">
                <a:ln w="0"/>
                <a:solidFill>
                  <a:srgbClr val="C00000"/>
                </a:solidFill>
                <a:effectLst/>
                <a:uLnTx/>
                <a:uFillTx/>
                <a:latin typeface="Times New Roman" panose="02020603050405020304" pitchFamily="18" charset="0"/>
                <a:ea typeface="Cambria"/>
                <a:cs typeface="Times New Roman" panose="02020603050405020304" pitchFamily="18" charset="0"/>
              </a:rPr>
              <a:t>Outline of Research Work</a:t>
            </a:r>
          </a:p>
        </p:txBody>
      </p:sp>
      <p:grpSp>
        <p:nvGrpSpPr>
          <p:cNvPr id="8" name="Group 7">
            <a:extLst>
              <a:ext uri="{FF2B5EF4-FFF2-40B4-BE49-F238E27FC236}">
                <a16:creationId xmlns:a16="http://schemas.microsoft.com/office/drawing/2014/main" id="{B25CDE63-8DDC-4AC4-7713-9D89D6D0F4B1}"/>
              </a:ext>
            </a:extLst>
          </p:cNvPr>
          <p:cNvGrpSpPr/>
          <p:nvPr/>
        </p:nvGrpSpPr>
        <p:grpSpPr>
          <a:xfrm>
            <a:off x="2198710" y="1279155"/>
            <a:ext cx="6730043" cy="4213782"/>
            <a:chOff x="2063754" y="1470284"/>
            <a:chExt cx="6730043" cy="4213782"/>
          </a:xfrm>
        </p:grpSpPr>
        <p:sp>
          <p:nvSpPr>
            <p:cNvPr id="20" name="TextBox 19">
              <a:extLst>
                <a:ext uri="{FF2B5EF4-FFF2-40B4-BE49-F238E27FC236}">
                  <a16:creationId xmlns:a16="http://schemas.microsoft.com/office/drawing/2014/main" id="{6D160BA9-A291-1BA5-C03E-7218C2169C28}"/>
                </a:ext>
              </a:extLst>
            </p:cNvPr>
            <p:cNvSpPr txBox="1"/>
            <p:nvPr/>
          </p:nvSpPr>
          <p:spPr>
            <a:xfrm>
              <a:off x="3347304" y="4072923"/>
              <a:ext cx="4529560" cy="458074"/>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r>
                <a:rPr lang="en-US" b="1" dirty="0">
                  <a:solidFill>
                    <a:prstClr val="white"/>
                  </a:solidFill>
                  <a:latin typeface="Times New Roman" pitchFamily="18" charset="0"/>
                  <a:ea typeface="Calibri"/>
                  <a:cs typeface="Times New Roman" pitchFamily="18" charset="0"/>
                  <a:sym typeface="Calibri"/>
                </a:rPr>
                <a:t>Teck Stack</a:t>
              </a:r>
              <a:endParaRPr kumimoji="0" lang="en-US" sz="18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endParaRPr>
            </a:p>
          </p:txBody>
        </p:sp>
        <p:sp>
          <p:nvSpPr>
            <p:cNvPr id="22" name="TextBox 21">
              <a:extLst>
                <a:ext uri="{FF2B5EF4-FFF2-40B4-BE49-F238E27FC236}">
                  <a16:creationId xmlns:a16="http://schemas.microsoft.com/office/drawing/2014/main" id="{6C792DA3-F484-948A-E346-F158FE24CE3F}"/>
                </a:ext>
              </a:extLst>
            </p:cNvPr>
            <p:cNvSpPr txBox="1"/>
            <p:nvPr/>
          </p:nvSpPr>
          <p:spPr>
            <a:xfrm>
              <a:off x="3609675" y="4551898"/>
              <a:ext cx="4774676" cy="498663"/>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indent="-342900" defTabSz="457200">
                <a:lnSpc>
                  <a:spcPct val="150000"/>
                </a:lnSpc>
                <a:spcBef>
                  <a:spcPts val="504"/>
                </a:spcBef>
                <a:buSzPts val="2520"/>
                <a:buFont typeface="Arial" panose="020B0604020202020204" pitchFamily="34" charset="0"/>
                <a:buChar char="•"/>
                <a:tabLst>
                  <a:tab pos="444500" algn="l"/>
                </a:tabLst>
                <a:defRPr/>
              </a:pPr>
              <a:r>
                <a:rPr lang="en-US" sz="2000" b="1" dirty="0">
                  <a:solidFill>
                    <a:schemeClr val="bg1"/>
                  </a:solidFill>
                  <a:latin typeface="Times New Roman" panose="02020603050405020304" pitchFamily="18" charset="0"/>
                  <a:cs typeface="Times New Roman" panose="02020603050405020304" pitchFamily="18" charset="0"/>
                </a:rPr>
                <a:t>Innovation, Creativity</a:t>
              </a:r>
            </a:p>
          </p:txBody>
        </p:sp>
        <p:sp>
          <p:nvSpPr>
            <p:cNvPr id="24" name="TextBox 23">
              <a:extLst>
                <a:ext uri="{FF2B5EF4-FFF2-40B4-BE49-F238E27FC236}">
                  <a16:creationId xmlns:a16="http://schemas.microsoft.com/office/drawing/2014/main" id="{957E2443-43F4-3FA3-6C83-796D6B456220}"/>
                </a:ext>
              </a:extLst>
            </p:cNvPr>
            <p:cNvSpPr txBox="1"/>
            <p:nvPr/>
          </p:nvSpPr>
          <p:spPr>
            <a:xfrm>
              <a:off x="3848666" y="5071462"/>
              <a:ext cx="4891526" cy="612604"/>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r>
                <a:rPr lang="en-US" b="1" dirty="0">
                  <a:solidFill>
                    <a:prstClr val="white"/>
                  </a:solidFill>
                  <a:latin typeface="Times New Roman" pitchFamily="18" charset="0"/>
                  <a:ea typeface="Calibri"/>
                  <a:cs typeface="Times New Roman" pitchFamily="18" charset="0"/>
                  <a:sym typeface="Calibri"/>
                </a:rPr>
                <a:t>Feasibility and Project plan </a:t>
              </a:r>
              <a:endParaRPr kumimoji="0" lang="en-US" sz="18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endParaRPr>
            </a:p>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endParaRPr kumimoji="0" lang="en-US" sz="1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endParaRPr>
            </a:p>
          </p:txBody>
        </p:sp>
        <p:pic>
          <p:nvPicPr>
            <p:cNvPr id="7" name="Graphic 6">
              <a:extLst>
                <a:ext uri="{FF2B5EF4-FFF2-40B4-BE49-F238E27FC236}">
                  <a16:creationId xmlns:a16="http://schemas.microsoft.com/office/drawing/2014/main" id="{FEE87FCF-6A51-9005-163C-5E3B5C1257B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8337956" y="4521140"/>
              <a:ext cx="455841" cy="536286"/>
            </a:xfrm>
            <a:prstGeom prst="rect">
              <a:avLst/>
            </a:prstGeom>
          </p:spPr>
        </p:pic>
        <p:sp>
          <p:nvSpPr>
            <p:cNvPr id="28" name="Content Placeholder 11">
              <a:extLst>
                <a:ext uri="{FF2B5EF4-FFF2-40B4-BE49-F238E27FC236}">
                  <a16:creationId xmlns:a16="http://schemas.microsoft.com/office/drawing/2014/main" id="{F1211E34-5F1E-9B5C-4C59-2549F412DCD1}"/>
                </a:ext>
              </a:extLst>
            </p:cNvPr>
            <p:cNvSpPr txBox="1">
              <a:spLocks/>
            </p:cNvSpPr>
            <p:nvPr/>
          </p:nvSpPr>
          <p:spPr>
            <a:xfrm>
              <a:off x="2063754" y="1470284"/>
              <a:ext cx="3548330" cy="748994"/>
            </a:xfrm>
            <a:prstGeom prst="rect">
              <a:avLst/>
            </a:prstGeom>
            <a:solidFill>
              <a:schemeClr val="tx1">
                <a:lumMod val="75000"/>
                <a:lumOff val="25000"/>
              </a:schemeClr>
            </a:solidFill>
            <a:ln w="19050" cap="flat" cmpd="sng" algn="ctr">
              <a:solidFill>
                <a:schemeClr val="accent4"/>
              </a:solidFill>
              <a:prstDash val="solid"/>
              <a:miter lim="800000"/>
            </a:ln>
          </p:spPr>
          <p:style>
            <a:lnRef idx="1">
              <a:schemeClr val="accent2"/>
            </a:lnRef>
            <a:fillRef idx="2">
              <a:schemeClr val="accent2"/>
            </a:fillRef>
            <a:effectRef idx="1">
              <a:schemeClr val="accent2"/>
            </a:effectRef>
            <a:fontRef idx="minor">
              <a:schemeClr val="dk1"/>
            </a:fontRef>
          </p:style>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dk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dk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dk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lang="en-US" sz="2000" b="1" dirty="0">
                  <a:solidFill>
                    <a:prstClr val="white"/>
                  </a:solidFill>
                  <a:latin typeface="Times New Roman" pitchFamily="18" charset="0"/>
                  <a:ea typeface="Calibri"/>
                  <a:cs typeface="Times New Roman" pitchFamily="18" charset="0"/>
                  <a:sym typeface="Calibri"/>
                </a:rPr>
                <a:t>Problem Statement</a:t>
              </a:r>
              <a:endParaRPr kumimoji="0" lang="en-US" sz="20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87313" marR="0" lvl="0" indent="0" algn="l" defTabSz="914400" rtl="0" eaLnBrk="1" fontAlgn="auto" latinLnBrk="0" hangingPunct="1">
                <a:lnSpc>
                  <a:spcPct val="150000"/>
                </a:lnSpc>
                <a:spcBef>
                  <a:spcPts val="504"/>
                </a:spcBef>
                <a:spcAft>
                  <a:spcPts val="0"/>
                </a:spcAft>
                <a:buClrTx/>
                <a:buSzPts val="2520"/>
                <a:buNone/>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0" marR="0" lvl="0" indent="0" algn="l" defTabSz="914400" rtl="0" eaLnBrk="1" fontAlgn="auto" latinLnBrk="0" hangingPunct="1">
                <a:lnSpc>
                  <a:spcPct val="130000"/>
                </a:lnSpc>
                <a:spcBef>
                  <a:spcPts val="504"/>
                </a:spcBef>
                <a:spcAft>
                  <a:spcPts val="0"/>
                </a:spcAft>
                <a:buClrTx/>
                <a:buSzPts val="2520"/>
                <a:buNone/>
                <a:tabLst/>
                <a:defRPr/>
              </a:pPr>
              <a:endParaRPr kumimoji="0" lang="en-US" sz="2200" b="0"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30000"/>
                </a:lnSpc>
                <a:spcBef>
                  <a:spcPts val="504"/>
                </a:spcBef>
                <a:spcAft>
                  <a:spcPts val="0"/>
                </a:spcAft>
                <a:buClrTx/>
                <a:buSzPts val="2520"/>
                <a:buFont typeface="Arial" panose="020B0604020202020204" pitchFamily="34" charset="0"/>
                <a:buChar char="•"/>
                <a:tabLst/>
                <a:defRPr/>
              </a:pPr>
              <a:endParaRPr kumimoji="0" lang="en-US" sz="2200" b="0"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IN"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31" name="Content Placeholder 11">
              <a:extLst>
                <a:ext uri="{FF2B5EF4-FFF2-40B4-BE49-F238E27FC236}">
                  <a16:creationId xmlns:a16="http://schemas.microsoft.com/office/drawing/2014/main" id="{4D713724-2EA7-CA04-47B9-F63B3DAC496D}"/>
                </a:ext>
              </a:extLst>
            </p:cNvPr>
            <p:cNvSpPr txBox="1">
              <a:spLocks/>
            </p:cNvSpPr>
            <p:nvPr/>
          </p:nvSpPr>
          <p:spPr>
            <a:xfrm>
              <a:off x="2291275" y="2010314"/>
              <a:ext cx="3886200" cy="666229"/>
            </a:xfrm>
            <a:prstGeom prst="rect">
              <a:avLst/>
            </a:prstGeom>
            <a:solidFill>
              <a:schemeClr val="tx1">
                <a:lumMod val="75000"/>
                <a:lumOff val="25000"/>
              </a:schemeClr>
            </a:solidFill>
            <a:ln w="19050" cap="flat" cmpd="sng" algn="ctr">
              <a:solidFill>
                <a:schemeClr val="accent4"/>
              </a:solidFill>
              <a:prstDash val="solid"/>
              <a:miter lim="800000"/>
            </a:ln>
          </p:spPr>
          <p:style>
            <a:lnRef idx="1">
              <a:schemeClr val="accent2"/>
            </a:lnRef>
            <a:fillRef idx="2">
              <a:schemeClr val="accent2"/>
            </a:fillRef>
            <a:effectRef idx="1">
              <a:schemeClr val="accent2"/>
            </a:effectRef>
            <a:fontRef idx="minor">
              <a:schemeClr val="dk1"/>
            </a:fontRef>
          </p:style>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dk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dk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dk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lang="en-US" sz="2000" b="1" dirty="0">
                  <a:solidFill>
                    <a:prstClr val="white"/>
                  </a:solidFill>
                  <a:latin typeface="Times New Roman" pitchFamily="18" charset="0"/>
                  <a:ea typeface="Calibri"/>
                  <a:cs typeface="Times New Roman" pitchFamily="18" charset="0"/>
                  <a:sym typeface="Calibri"/>
                </a:rPr>
                <a:t>Objective</a:t>
              </a: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30000"/>
                </a:lnSpc>
                <a:spcBef>
                  <a:spcPts val="504"/>
                </a:spcBef>
                <a:spcAft>
                  <a:spcPts val="0"/>
                </a:spcAft>
                <a:buClrTx/>
                <a:buSzPts val="2520"/>
                <a:buFont typeface="Arial" panose="020B0604020202020204" pitchFamily="34" charset="0"/>
                <a:buChar char="•"/>
                <a:tabLst/>
                <a:defRPr/>
              </a:pPr>
              <a:endParaRPr kumimoji="0" lang="en-US" sz="2200" b="0"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30000"/>
                </a:lnSpc>
                <a:spcBef>
                  <a:spcPts val="504"/>
                </a:spcBef>
                <a:spcAft>
                  <a:spcPts val="0"/>
                </a:spcAft>
                <a:buClrTx/>
                <a:buSzPts val="2520"/>
                <a:buFont typeface="Arial" panose="020B0604020202020204" pitchFamily="34" charset="0"/>
                <a:buChar char="•"/>
                <a:tabLst/>
                <a:defRPr/>
              </a:pPr>
              <a:endParaRPr kumimoji="0" lang="en-US" sz="2200" b="0"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IN"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pic>
          <p:nvPicPr>
            <p:cNvPr id="36" name="Graphic 35">
              <a:extLst>
                <a:ext uri="{FF2B5EF4-FFF2-40B4-BE49-F238E27FC236}">
                  <a16:creationId xmlns:a16="http://schemas.microsoft.com/office/drawing/2014/main" id="{55B3B570-3194-94D5-869B-2F3E3E133BA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7854041" y="4003789"/>
              <a:ext cx="455841" cy="536286"/>
            </a:xfrm>
            <a:prstGeom prst="rect">
              <a:avLst/>
            </a:prstGeom>
          </p:spPr>
        </p:pic>
        <p:pic>
          <p:nvPicPr>
            <p:cNvPr id="37" name="Graphic 36">
              <a:extLst>
                <a:ext uri="{FF2B5EF4-FFF2-40B4-BE49-F238E27FC236}">
                  <a16:creationId xmlns:a16="http://schemas.microsoft.com/office/drawing/2014/main" id="{A01B3509-5090-7764-12FF-0CDB13E360A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7472924" y="3538074"/>
              <a:ext cx="455841" cy="536286"/>
            </a:xfrm>
            <a:prstGeom prst="rect">
              <a:avLst/>
            </a:prstGeom>
          </p:spPr>
        </p:pic>
        <p:pic>
          <p:nvPicPr>
            <p:cNvPr id="38" name="Graphic 37">
              <a:extLst>
                <a:ext uri="{FF2B5EF4-FFF2-40B4-BE49-F238E27FC236}">
                  <a16:creationId xmlns:a16="http://schemas.microsoft.com/office/drawing/2014/main" id="{4A5FDD7E-5A46-92A5-C963-19E091BBF72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6849849" y="3010237"/>
              <a:ext cx="455841" cy="536286"/>
            </a:xfrm>
            <a:prstGeom prst="rect">
              <a:avLst/>
            </a:prstGeom>
          </p:spPr>
        </p:pic>
        <p:pic>
          <p:nvPicPr>
            <p:cNvPr id="39" name="Graphic 38">
              <a:extLst>
                <a:ext uri="{FF2B5EF4-FFF2-40B4-BE49-F238E27FC236}">
                  <a16:creationId xmlns:a16="http://schemas.microsoft.com/office/drawing/2014/main" id="{C50C5009-E2F0-E358-4C45-CAEADDEC93B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6500299" y="2536578"/>
              <a:ext cx="455841" cy="536286"/>
            </a:xfrm>
            <a:prstGeom prst="rect">
              <a:avLst/>
            </a:prstGeom>
          </p:spPr>
        </p:pic>
        <p:pic>
          <p:nvPicPr>
            <p:cNvPr id="40" name="Graphic 39">
              <a:extLst>
                <a:ext uri="{FF2B5EF4-FFF2-40B4-BE49-F238E27FC236}">
                  <a16:creationId xmlns:a16="http://schemas.microsoft.com/office/drawing/2014/main" id="{F1D91F2F-C2FB-3146-467B-21A20C8410D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6109090" y="2037882"/>
              <a:ext cx="455841" cy="536286"/>
            </a:xfrm>
            <a:prstGeom prst="rect">
              <a:avLst/>
            </a:prstGeom>
          </p:spPr>
        </p:pic>
        <p:pic>
          <p:nvPicPr>
            <p:cNvPr id="41" name="Graphic 40">
              <a:extLst>
                <a:ext uri="{FF2B5EF4-FFF2-40B4-BE49-F238E27FC236}">
                  <a16:creationId xmlns:a16="http://schemas.microsoft.com/office/drawing/2014/main" id="{7B0FD951-BFA0-1228-E572-2BFE866AEE7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5611683" y="1472157"/>
              <a:ext cx="455841" cy="536286"/>
            </a:xfrm>
            <a:prstGeom prst="rect">
              <a:avLst/>
            </a:prstGeom>
          </p:spPr>
        </p:pic>
        <p:sp>
          <p:nvSpPr>
            <p:cNvPr id="14" name="TextBox 13">
              <a:extLst>
                <a:ext uri="{FF2B5EF4-FFF2-40B4-BE49-F238E27FC236}">
                  <a16:creationId xmlns:a16="http://schemas.microsoft.com/office/drawing/2014/main" id="{576F380C-3238-E430-3C22-3C23884CE532}"/>
                </a:ext>
              </a:extLst>
            </p:cNvPr>
            <p:cNvSpPr txBox="1"/>
            <p:nvPr/>
          </p:nvSpPr>
          <p:spPr>
            <a:xfrm>
              <a:off x="2600062" y="2577813"/>
              <a:ext cx="4004225" cy="506870"/>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204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Literature Survey</a:t>
              </a:r>
              <a:endParaRPr kumimoji="0" lang="en-US" sz="204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p:txBody>
        </p:sp>
      </p:grpSp>
      <p:graphicFrame>
        <p:nvGraphicFramePr>
          <p:cNvPr id="26" name="Diagram 25">
            <a:extLst>
              <a:ext uri="{FF2B5EF4-FFF2-40B4-BE49-F238E27FC236}">
                <a16:creationId xmlns:a16="http://schemas.microsoft.com/office/drawing/2014/main" id="{C044B753-17EC-8A45-927F-C44CC40ED5BA}"/>
              </a:ext>
            </a:extLst>
          </p:cNvPr>
          <p:cNvGraphicFramePr/>
          <p:nvPr/>
        </p:nvGraphicFramePr>
        <p:xfrm>
          <a:off x="41510" y="115414"/>
          <a:ext cx="1474694" cy="942343"/>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10" name="Picture 9">
            <a:extLst>
              <a:ext uri="{FF2B5EF4-FFF2-40B4-BE49-F238E27FC236}">
                <a16:creationId xmlns:a16="http://schemas.microsoft.com/office/drawing/2014/main" id="{0B4D1914-919F-D842-1FC2-1BBFC0E95C24}"/>
              </a:ext>
            </a:extLst>
          </p:cNvPr>
          <p:cNvPicPr>
            <a:picLocks noChangeAspect="1"/>
          </p:cNvPicPr>
          <p:nvPr/>
        </p:nvPicPr>
        <p:blipFill>
          <a:blip r:embed="rId9"/>
          <a:stretch>
            <a:fillRect/>
          </a:stretch>
        </p:blipFill>
        <p:spPr>
          <a:xfrm>
            <a:off x="10249380" y="0"/>
            <a:ext cx="1901110" cy="622550"/>
          </a:xfrm>
          <a:prstGeom prst="rect">
            <a:avLst/>
          </a:prstGeom>
        </p:spPr>
      </p:pic>
      <p:sp>
        <p:nvSpPr>
          <p:cNvPr id="3" name="TextBox 2">
            <a:extLst>
              <a:ext uri="{FF2B5EF4-FFF2-40B4-BE49-F238E27FC236}">
                <a16:creationId xmlns:a16="http://schemas.microsoft.com/office/drawing/2014/main" id="{136520DE-65A3-5F61-22A0-36762430D17D}"/>
              </a:ext>
            </a:extLst>
          </p:cNvPr>
          <p:cNvSpPr txBox="1"/>
          <p:nvPr/>
        </p:nvSpPr>
        <p:spPr>
          <a:xfrm>
            <a:off x="2966545" y="2879176"/>
            <a:ext cx="4004225" cy="506870"/>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lang="en-US" sz="2040" b="1" dirty="0">
                <a:solidFill>
                  <a:prstClr val="white"/>
                </a:solidFill>
                <a:latin typeface="Times New Roman" pitchFamily="18" charset="0"/>
                <a:ea typeface="Calibri"/>
                <a:cs typeface="Times New Roman" pitchFamily="18" charset="0"/>
                <a:sym typeface="Calibri"/>
              </a:rPr>
              <a:t>Research Gap</a:t>
            </a:r>
            <a:endParaRPr kumimoji="0" lang="en-US" sz="204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p:txBody>
      </p:sp>
      <p:sp>
        <p:nvSpPr>
          <p:cNvPr id="33" name="TextBox 32">
            <a:extLst>
              <a:ext uri="{FF2B5EF4-FFF2-40B4-BE49-F238E27FC236}">
                <a16:creationId xmlns:a16="http://schemas.microsoft.com/office/drawing/2014/main" id="{603DE06A-46FC-492B-D58F-41D1C525D496}"/>
              </a:ext>
            </a:extLst>
          </p:cNvPr>
          <p:cNvSpPr txBox="1"/>
          <p:nvPr/>
        </p:nvSpPr>
        <p:spPr>
          <a:xfrm>
            <a:off x="3167972" y="3386052"/>
            <a:ext cx="4529560" cy="458074"/>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r>
              <a:rPr kumimoji="0" lang="en-US" sz="1800" b="1" i="0" u="none" strike="noStrike" kern="1200" cap="none" spc="0" normalizeH="0" baseline="0" noProof="0" dirty="0" err="1">
                <a:ln>
                  <a:noFill/>
                </a:ln>
                <a:solidFill>
                  <a:prstClr val="white"/>
                </a:solidFill>
                <a:effectLst/>
                <a:uLnTx/>
                <a:uFillTx/>
                <a:latin typeface="Times New Roman" pitchFamily="18" charset="0"/>
                <a:ea typeface="Calibri"/>
                <a:cs typeface="Times New Roman" pitchFamily="18" charset="0"/>
                <a:sym typeface="Calibri"/>
              </a:rPr>
              <a:t>Novelity</a:t>
            </a:r>
            <a:endParaRPr kumimoji="0" lang="en-US" sz="18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endParaRPr>
          </a:p>
        </p:txBody>
      </p:sp>
    </p:spTree>
    <p:extLst>
      <p:ext uri="{BB962C8B-B14F-4D97-AF65-F5344CB8AC3E}">
        <p14:creationId xmlns:p14="http://schemas.microsoft.com/office/powerpoint/2010/main" val="27479694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8C8F81-5402-FBBE-D32A-834F3C60336F}"/>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8DBD4C9C-9DEB-26F4-AA75-F51C06DD64DC}"/>
              </a:ext>
            </a:extLst>
          </p:cNvPr>
          <p:cNvSpPr txBox="1"/>
          <p:nvPr/>
        </p:nvSpPr>
        <p:spPr>
          <a:xfrm>
            <a:off x="3523374" y="299384"/>
            <a:ext cx="6096000" cy="646331"/>
          </a:xfrm>
          <a:prstGeom prst="rect">
            <a:avLst/>
          </a:prstGeom>
          <a:noFill/>
        </p:spPr>
        <p:txBody>
          <a:bodyPr wrap="square">
            <a:spAutoFit/>
          </a:bodyPr>
          <a:lstStyle/>
          <a:p>
            <a:r>
              <a:rPr lang="en-US" sz="3600" b="1" dirty="0">
                <a:solidFill>
                  <a:srgbClr val="C00000"/>
                </a:solidFill>
              </a:rPr>
              <a:t>Problem Statement</a:t>
            </a:r>
          </a:p>
        </p:txBody>
      </p:sp>
      <p:pic>
        <p:nvPicPr>
          <p:cNvPr id="3" name="Picture 2">
            <a:extLst>
              <a:ext uri="{FF2B5EF4-FFF2-40B4-BE49-F238E27FC236}">
                <a16:creationId xmlns:a16="http://schemas.microsoft.com/office/drawing/2014/main" id="{17A614DC-364B-1BD9-B452-BC2E55FD9D04}"/>
              </a:ext>
            </a:extLst>
          </p:cNvPr>
          <p:cNvPicPr>
            <a:picLocks noChangeAspect="1"/>
          </p:cNvPicPr>
          <p:nvPr/>
        </p:nvPicPr>
        <p:blipFill>
          <a:blip r:embed="rId2"/>
          <a:stretch>
            <a:fillRect/>
          </a:stretch>
        </p:blipFill>
        <p:spPr>
          <a:xfrm>
            <a:off x="10249380" y="0"/>
            <a:ext cx="1942620" cy="622550"/>
          </a:xfrm>
          <a:prstGeom prst="rect">
            <a:avLst/>
          </a:prstGeom>
        </p:spPr>
      </p:pic>
      <p:sp>
        <p:nvSpPr>
          <p:cNvPr id="2" name="TextBox 1">
            <a:extLst>
              <a:ext uri="{FF2B5EF4-FFF2-40B4-BE49-F238E27FC236}">
                <a16:creationId xmlns:a16="http://schemas.microsoft.com/office/drawing/2014/main" id="{A169CAD0-610D-593F-F180-548CC0C99BDB}"/>
              </a:ext>
            </a:extLst>
          </p:cNvPr>
          <p:cNvSpPr txBox="1"/>
          <p:nvPr/>
        </p:nvSpPr>
        <p:spPr>
          <a:xfrm>
            <a:off x="779929" y="1206271"/>
            <a:ext cx="10632142" cy="5786199"/>
          </a:xfrm>
          <a:prstGeom prst="rect">
            <a:avLst/>
          </a:prstGeom>
          <a:noFill/>
        </p:spPr>
        <p:txBody>
          <a:bodyPr wrap="square" rtlCol="0">
            <a:spAutoFit/>
          </a:bodyPr>
          <a:lstStyle/>
          <a:p>
            <a:r>
              <a:rPr lang="en-IN" sz="1600" b="1" dirty="0"/>
              <a:t>Problem Statement</a:t>
            </a:r>
          </a:p>
          <a:p>
            <a:pPr algn="just"/>
            <a:r>
              <a:rPr lang="en-IN" sz="1600" dirty="0"/>
              <a:t>Traditional interview processes often depend on </a:t>
            </a:r>
            <a:r>
              <a:rPr lang="en-IN" sz="1600" b="1" dirty="0"/>
              <a:t>fixed questions, manual evaluation, and subjective judgment</a:t>
            </a:r>
            <a:r>
              <a:rPr lang="en-IN" sz="1600" dirty="0"/>
              <a:t>, making it difficult to accurately assess the diverse skills of candidates. Existing online interview and assessment platforms generally focus on predefined question sets, technical tests, or basic scoring, with limited ability to adapt the interview according to a candidate's performance. Candidates may also receive scores without detailed information about their </a:t>
            </a:r>
            <a:r>
              <a:rPr lang="en-IN" sz="1600" b="1" dirty="0"/>
              <a:t>strengths, weaknesses, skill gaps, and career readiness</a:t>
            </a:r>
            <a:r>
              <a:rPr lang="en-IN" sz="1600" dirty="0"/>
              <a:t>. Therefore, there is a need for an intelligent interview assessment system that can dynamically generate and adjust questions, evaluate </a:t>
            </a:r>
            <a:r>
              <a:rPr lang="en-IN" sz="1600" b="1" dirty="0"/>
              <a:t>technical, problem-solving, communication, and behavioural skills</a:t>
            </a:r>
            <a:r>
              <a:rPr lang="en-IN" sz="1600" dirty="0"/>
              <a:t>, and provide personalized feedback. </a:t>
            </a:r>
            <a:r>
              <a:rPr lang="en-IN" sz="1600" b="1" dirty="0" err="1"/>
              <a:t>InterviewVerseAI</a:t>
            </a:r>
            <a:r>
              <a:rPr lang="en-IN" sz="1600" dirty="0"/>
              <a:t> addresses this problem by using an </a:t>
            </a:r>
            <a:r>
              <a:rPr lang="en-IN" sz="1600" b="1" dirty="0"/>
              <a:t>Agentic AI-based adaptive interview approach</a:t>
            </a:r>
            <a:r>
              <a:rPr lang="en-IN" sz="1600" dirty="0"/>
              <a:t> to transform interviews from a fixed test into an intelligent, personalized journey that helps candidates understand their capabilities and improve their career readiness.</a:t>
            </a:r>
          </a:p>
          <a:p>
            <a:endParaRPr lang="en-IN" sz="1600" dirty="0"/>
          </a:p>
          <a:p>
            <a:r>
              <a:rPr lang="en-IN" sz="1600" b="1" dirty="0"/>
              <a:t>Motivation</a:t>
            </a:r>
          </a:p>
          <a:p>
            <a:pPr marL="285750" lvl="0" indent="-285750" algn="just">
              <a:buFont typeface="Arial" panose="020B0604020202020204" pitchFamily="34" charset="0"/>
              <a:buChar char="•"/>
            </a:pPr>
            <a:r>
              <a:rPr lang="en-IN" sz="1600" b="1" dirty="0"/>
              <a:t>Adaptive Interview Experience:</a:t>
            </a:r>
            <a:r>
              <a:rPr lang="en-IN" sz="1600" dirty="0"/>
              <a:t> Make interviews more dynamic by allowing AI to change the type and difficulty of questions based on the candidate’s previous responses. </a:t>
            </a:r>
          </a:p>
          <a:p>
            <a:pPr marL="285750" lvl="0" indent="-285750" algn="just">
              <a:buFont typeface="Arial" panose="020B0604020202020204" pitchFamily="34" charset="0"/>
              <a:buChar char="•"/>
            </a:pPr>
            <a:r>
              <a:rPr lang="en-IN" sz="1600" b="1" dirty="0"/>
              <a:t>Comprehensive Skill Evaluation:</a:t>
            </a:r>
            <a:r>
              <a:rPr lang="en-IN" sz="1600" dirty="0"/>
              <a:t> Evaluate not only technical knowledge but also </a:t>
            </a:r>
            <a:r>
              <a:rPr lang="en-IN" sz="1600" b="1" dirty="0"/>
              <a:t>problem-solving, communication, and behavioural skills</a:t>
            </a:r>
            <a:r>
              <a:rPr lang="en-IN" sz="1600" dirty="0"/>
              <a:t> to create a more complete candidate profile. </a:t>
            </a:r>
          </a:p>
          <a:p>
            <a:pPr marL="285750" lvl="0" indent="-285750" algn="just">
              <a:buFont typeface="Arial" panose="020B0604020202020204" pitchFamily="34" charset="0"/>
              <a:buChar char="•"/>
            </a:pPr>
            <a:r>
              <a:rPr lang="en-IN" sz="1600" b="1" dirty="0"/>
              <a:t>Personalized Feedback:</a:t>
            </a:r>
            <a:r>
              <a:rPr lang="en-IN" sz="1600" dirty="0"/>
              <a:t> Provide candidates with clear information about their </a:t>
            </a:r>
            <a:r>
              <a:rPr lang="en-IN" sz="1600" b="1" dirty="0"/>
              <a:t>strengths, weaknesses, and skill gaps</a:t>
            </a:r>
            <a:r>
              <a:rPr lang="en-IN" sz="1600" dirty="0"/>
              <a:t> instead of only giving a final score. </a:t>
            </a:r>
          </a:p>
          <a:p>
            <a:pPr marL="285750" lvl="0" indent="-285750" algn="just">
              <a:buFont typeface="Arial" panose="020B0604020202020204" pitchFamily="34" charset="0"/>
              <a:buChar char="•"/>
            </a:pPr>
            <a:r>
              <a:rPr lang="en-IN" sz="1600" b="1" dirty="0"/>
              <a:t>Career Readiness:</a:t>
            </a:r>
            <a:r>
              <a:rPr lang="en-IN" sz="1600" dirty="0"/>
              <a:t> Help candidates understand how prepared they are for a particular job role and identify the skills they need to improve. </a:t>
            </a:r>
          </a:p>
          <a:p>
            <a:endParaRPr lang="en-IN" sz="1600" dirty="0"/>
          </a:p>
          <a:p>
            <a:endParaRPr lang="en-IN" dirty="0"/>
          </a:p>
        </p:txBody>
      </p:sp>
    </p:spTree>
    <p:extLst>
      <p:ext uri="{BB962C8B-B14F-4D97-AF65-F5344CB8AC3E}">
        <p14:creationId xmlns:p14="http://schemas.microsoft.com/office/powerpoint/2010/main" val="18439377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D4AF34-8CFC-8161-A3CD-DED259C92A6A}"/>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7F508849-A0DD-12D4-FD0D-5322CA138B2F}"/>
              </a:ext>
            </a:extLst>
          </p:cNvPr>
          <p:cNvSpPr txBox="1"/>
          <p:nvPr/>
        </p:nvSpPr>
        <p:spPr>
          <a:xfrm>
            <a:off x="3048000" y="469169"/>
            <a:ext cx="6096000" cy="646331"/>
          </a:xfrm>
          <a:prstGeom prst="rect">
            <a:avLst/>
          </a:prstGeom>
          <a:noFill/>
        </p:spPr>
        <p:txBody>
          <a:bodyPr wrap="square">
            <a:spAutoFit/>
          </a:bodyPr>
          <a:lstStyle/>
          <a:p>
            <a:pPr algn="ctr"/>
            <a:r>
              <a:rPr lang="en-US" sz="3600" b="1" dirty="0">
                <a:solidFill>
                  <a:srgbClr val="C00000"/>
                </a:solidFill>
              </a:rPr>
              <a:t>Objectives</a:t>
            </a:r>
          </a:p>
        </p:txBody>
      </p:sp>
      <p:pic>
        <p:nvPicPr>
          <p:cNvPr id="3" name="Picture 2">
            <a:extLst>
              <a:ext uri="{FF2B5EF4-FFF2-40B4-BE49-F238E27FC236}">
                <a16:creationId xmlns:a16="http://schemas.microsoft.com/office/drawing/2014/main" id="{5B2C6E66-DFCA-CBBA-3972-F62C5800AE03}"/>
              </a:ext>
            </a:extLst>
          </p:cNvPr>
          <p:cNvPicPr>
            <a:picLocks noChangeAspect="1"/>
          </p:cNvPicPr>
          <p:nvPr/>
        </p:nvPicPr>
        <p:blipFill>
          <a:blip r:embed="rId2"/>
          <a:stretch>
            <a:fillRect/>
          </a:stretch>
        </p:blipFill>
        <p:spPr>
          <a:xfrm>
            <a:off x="10249380" y="0"/>
            <a:ext cx="1942620" cy="622550"/>
          </a:xfrm>
          <a:prstGeom prst="rect">
            <a:avLst/>
          </a:prstGeom>
        </p:spPr>
      </p:pic>
      <p:sp>
        <p:nvSpPr>
          <p:cNvPr id="4" name="TextBox 3">
            <a:extLst>
              <a:ext uri="{FF2B5EF4-FFF2-40B4-BE49-F238E27FC236}">
                <a16:creationId xmlns:a16="http://schemas.microsoft.com/office/drawing/2014/main" id="{7A3CDE1F-6216-F5C2-AF49-1DEFBB6378A9}"/>
              </a:ext>
            </a:extLst>
          </p:cNvPr>
          <p:cNvSpPr txBox="1"/>
          <p:nvPr/>
        </p:nvSpPr>
        <p:spPr>
          <a:xfrm>
            <a:off x="788894" y="1115500"/>
            <a:ext cx="10614211" cy="5047536"/>
          </a:xfrm>
          <a:prstGeom prst="rect">
            <a:avLst/>
          </a:prstGeom>
          <a:noFill/>
        </p:spPr>
        <p:txBody>
          <a:bodyPr wrap="square">
            <a:spAutoFit/>
          </a:bodyPr>
          <a:lstStyle/>
          <a:p>
            <a:r>
              <a:rPr lang="en-IN" sz="1600" b="1" dirty="0"/>
              <a:t>Objectives</a:t>
            </a:r>
          </a:p>
          <a:p>
            <a:endParaRPr lang="en-IN" sz="1600" b="1" dirty="0"/>
          </a:p>
          <a:p>
            <a:pPr lvl="0"/>
            <a:r>
              <a:rPr lang="en-IN" sz="1600" b="1" dirty="0"/>
              <a:t>1.</a:t>
            </a:r>
            <a:r>
              <a:rPr lang="en-IN" sz="1600" dirty="0"/>
              <a:t> To develop an </a:t>
            </a:r>
            <a:r>
              <a:rPr lang="en-IN" sz="1600" b="1" dirty="0"/>
              <a:t>AI-powered intelligent interview assessment platform</a:t>
            </a:r>
            <a:r>
              <a:rPr lang="en-IN" sz="1600" dirty="0"/>
              <a:t> for candidate evaluation. </a:t>
            </a:r>
          </a:p>
          <a:p>
            <a:pPr lvl="0"/>
            <a:endParaRPr lang="en-IN" sz="1600" dirty="0"/>
          </a:p>
          <a:p>
            <a:pPr lvl="0"/>
            <a:r>
              <a:rPr lang="en-IN" sz="1600" b="1" dirty="0"/>
              <a:t>2</a:t>
            </a:r>
            <a:r>
              <a:rPr lang="en-IN" sz="1600" dirty="0"/>
              <a:t>. To implement an </a:t>
            </a:r>
            <a:r>
              <a:rPr lang="en-IN" sz="1600" b="1" dirty="0"/>
              <a:t>Agentic Interview System</a:t>
            </a:r>
            <a:r>
              <a:rPr lang="en-IN" sz="1600" dirty="0"/>
              <a:t> capable of generating dynamic and context-aware questions.</a:t>
            </a:r>
          </a:p>
          <a:p>
            <a:pPr lvl="0"/>
            <a:r>
              <a:rPr lang="en-IN" sz="1600" dirty="0"/>
              <a:t> </a:t>
            </a:r>
          </a:p>
          <a:p>
            <a:pPr lvl="0"/>
            <a:r>
              <a:rPr lang="en-IN" sz="1600" b="1" dirty="0"/>
              <a:t>3</a:t>
            </a:r>
            <a:r>
              <a:rPr lang="en-IN" sz="1600" dirty="0"/>
              <a:t>. To develop an </a:t>
            </a:r>
            <a:r>
              <a:rPr lang="en-IN" sz="1600" b="1" dirty="0"/>
              <a:t>adaptive difficulty mechanism</a:t>
            </a:r>
            <a:r>
              <a:rPr lang="en-IN" sz="1600" dirty="0"/>
              <a:t> that changes question complexity based on candidate performance.</a:t>
            </a:r>
          </a:p>
          <a:p>
            <a:pPr lvl="0"/>
            <a:r>
              <a:rPr lang="en-IN" sz="1600" dirty="0"/>
              <a:t> </a:t>
            </a:r>
          </a:p>
          <a:p>
            <a:pPr lvl="0"/>
            <a:r>
              <a:rPr lang="en-IN" sz="1600" b="1" dirty="0"/>
              <a:t>4</a:t>
            </a:r>
            <a:r>
              <a:rPr lang="en-IN" sz="1600" dirty="0"/>
              <a:t>. To evaluate candidates across multiple dimensions such as: </a:t>
            </a:r>
          </a:p>
          <a:p>
            <a:pPr lvl="1"/>
            <a:r>
              <a:rPr lang="en-IN" sz="1600" dirty="0"/>
              <a:t>Technical skills </a:t>
            </a:r>
          </a:p>
          <a:p>
            <a:pPr lvl="1"/>
            <a:r>
              <a:rPr lang="en-IN" sz="1600" dirty="0"/>
              <a:t>Problem-solving </a:t>
            </a:r>
          </a:p>
          <a:p>
            <a:pPr lvl="1"/>
            <a:r>
              <a:rPr lang="en-IN" sz="1600" dirty="0"/>
              <a:t>Communication </a:t>
            </a:r>
          </a:p>
          <a:p>
            <a:pPr lvl="1"/>
            <a:r>
              <a:rPr lang="en-IN" sz="1600" dirty="0"/>
              <a:t>Behavioural skills </a:t>
            </a:r>
          </a:p>
          <a:p>
            <a:pPr lvl="1"/>
            <a:endParaRPr lang="en-IN" sz="1600" dirty="0"/>
          </a:p>
          <a:p>
            <a:pPr lvl="0"/>
            <a:r>
              <a:rPr lang="en-IN" sz="1600" b="1" dirty="0"/>
              <a:t>5</a:t>
            </a:r>
            <a:r>
              <a:rPr lang="en-IN" sz="1600" dirty="0"/>
              <a:t>. To use </a:t>
            </a:r>
            <a:r>
              <a:rPr lang="en-IN" sz="1600" b="1" dirty="0"/>
              <a:t>NLP-based analysis</a:t>
            </a:r>
            <a:r>
              <a:rPr lang="en-IN" sz="1600" dirty="0"/>
              <a:t> for understanding interview responses. </a:t>
            </a:r>
          </a:p>
          <a:p>
            <a:pPr lvl="0"/>
            <a:endParaRPr lang="en-IN" sz="1600" dirty="0"/>
          </a:p>
          <a:p>
            <a:pPr lvl="0"/>
            <a:r>
              <a:rPr lang="en-IN" sz="1600" b="1" dirty="0"/>
              <a:t>6.</a:t>
            </a:r>
            <a:r>
              <a:rPr lang="en-IN" sz="1600" dirty="0"/>
              <a:t> To identify candidate </a:t>
            </a:r>
            <a:r>
              <a:rPr lang="en-IN" sz="1600" b="1" dirty="0"/>
              <a:t>strengths, weaknesses, and skill gaps</a:t>
            </a:r>
            <a:r>
              <a:rPr lang="en-IN" sz="1600" dirty="0"/>
              <a:t>. </a:t>
            </a:r>
          </a:p>
          <a:p>
            <a:pPr lvl="0"/>
            <a:endParaRPr lang="en-IN" sz="1600" dirty="0"/>
          </a:p>
          <a:p>
            <a:pPr lvl="0"/>
            <a:r>
              <a:rPr lang="en-IN" sz="1600" b="1" dirty="0"/>
              <a:t>7</a:t>
            </a:r>
            <a:r>
              <a:rPr lang="en-IN" sz="1600" dirty="0"/>
              <a:t>. To generate </a:t>
            </a:r>
            <a:r>
              <a:rPr lang="en-IN" sz="1600" b="1" dirty="0"/>
              <a:t>personalized feedback and improvement recommendations</a:t>
            </a:r>
            <a:r>
              <a:rPr lang="en-IN" sz="1600" dirty="0"/>
              <a:t>.</a:t>
            </a:r>
          </a:p>
          <a:p>
            <a:pPr>
              <a:buNone/>
            </a:pPr>
            <a:endParaRPr lang="en-IN" dirty="0"/>
          </a:p>
        </p:txBody>
      </p:sp>
    </p:spTree>
    <p:extLst>
      <p:ext uri="{BB962C8B-B14F-4D97-AF65-F5344CB8AC3E}">
        <p14:creationId xmlns:p14="http://schemas.microsoft.com/office/powerpoint/2010/main" val="39177829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AACD11AD-3AF5-B626-2B60-0567E4585BB7}"/>
              </a:ext>
            </a:extLst>
          </p:cNvPr>
          <p:cNvGraphicFramePr>
            <a:graphicFrameLocks/>
          </p:cNvGraphicFramePr>
          <p:nvPr>
            <p:extLst>
              <p:ext uri="{D42A27DB-BD31-4B8C-83A1-F6EECF244321}">
                <p14:modId xmlns:p14="http://schemas.microsoft.com/office/powerpoint/2010/main" val="518604046"/>
              </p:ext>
            </p:extLst>
          </p:nvPr>
        </p:nvGraphicFramePr>
        <p:xfrm>
          <a:off x="274646" y="1046651"/>
          <a:ext cx="11642705" cy="4885598"/>
        </p:xfrm>
        <a:graphic>
          <a:graphicData uri="http://schemas.openxmlformats.org/drawingml/2006/table">
            <a:tbl>
              <a:tblPr firstRow="1" bandRow="1">
                <a:tableStyleId>{BC89EF96-8CEA-46FF-86C4-4CE0E7609802}</a:tableStyleId>
              </a:tblPr>
              <a:tblGrid>
                <a:gridCol w="1089006">
                  <a:extLst>
                    <a:ext uri="{9D8B030D-6E8A-4147-A177-3AD203B41FA5}">
                      <a16:colId xmlns:a16="http://schemas.microsoft.com/office/drawing/2014/main" val="20001"/>
                    </a:ext>
                  </a:extLst>
                </a:gridCol>
                <a:gridCol w="2275288">
                  <a:extLst>
                    <a:ext uri="{9D8B030D-6E8A-4147-A177-3AD203B41FA5}">
                      <a16:colId xmlns:a16="http://schemas.microsoft.com/office/drawing/2014/main" val="20002"/>
                    </a:ext>
                  </a:extLst>
                </a:gridCol>
                <a:gridCol w="2476109">
                  <a:extLst>
                    <a:ext uri="{9D8B030D-6E8A-4147-A177-3AD203B41FA5}">
                      <a16:colId xmlns:a16="http://schemas.microsoft.com/office/drawing/2014/main" val="20003"/>
                    </a:ext>
                  </a:extLst>
                </a:gridCol>
                <a:gridCol w="2936588">
                  <a:extLst>
                    <a:ext uri="{9D8B030D-6E8A-4147-A177-3AD203B41FA5}">
                      <a16:colId xmlns:a16="http://schemas.microsoft.com/office/drawing/2014/main" val="20004"/>
                    </a:ext>
                  </a:extLst>
                </a:gridCol>
                <a:gridCol w="2865714">
                  <a:extLst>
                    <a:ext uri="{9D8B030D-6E8A-4147-A177-3AD203B41FA5}">
                      <a16:colId xmlns:a16="http://schemas.microsoft.com/office/drawing/2014/main" val="1396003017"/>
                    </a:ext>
                  </a:extLst>
                </a:gridCol>
              </a:tblGrid>
              <a:tr h="387101">
                <a:tc>
                  <a:txBody>
                    <a:bodyPr/>
                    <a:lstStyle/>
                    <a:p>
                      <a:pPr algn="ctr">
                        <a:buNone/>
                      </a:pPr>
                      <a:r>
                        <a:rPr lang="en-US" dirty="0">
                          <a:latin typeface="Times New Roman" pitchFamily="18" charset="0"/>
                          <a:cs typeface="Times New Roman" pitchFamily="18" charset="0"/>
                        </a:rPr>
                        <a:t>Authors</a:t>
                      </a:r>
                    </a:p>
                  </a:txBody>
                  <a:tcPr>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dirty="0">
                          <a:latin typeface="Times New Roman" pitchFamily="18" charset="0"/>
                          <a:cs typeface="Times New Roman" pitchFamily="18" charset="0"/>
                        </a:rPr>
                        <a:t>Title of the Paper</a:t>
                      </a:r>
                    </a:p>
                  </a:txBody>
                  <a:tcPr>
                    <a:solidFill>
                      <a:srgbClr val="FFFF00"/>
                    </a:solidFill>
                  </a:tcPr>
                </a:tc>
                <a:tc>
                  <a:txBody>
                    <a:bodyPr/>
                    <a:lstStyle/>
                    <a:p>
                      <a:pPr algn="ctr">
                        <a:buNone/>
                      </a:pPr>
                      <a:r>
                        <a:rPr lang="en-US" dirty="0">
                          <a:latin typeface="Times New Roman" pitchFamily="18" charset="0"/>
                          <a:cs typeface="Times New Roman" pitchFamily="18" charset="0"/>
                        </a:rPr>
                        <a:t>Methodology</a:t>
                      </a:r>
                    </a:p>
                  </a:txBody>
                  <a:tcPr>
                    <a:solidFill>
                      <a:srgbClr val="FFFF00"/>
                    </a:solidFill>
                  </a:tcPr>
                </a:tc>
                <a:tc>
                  <a:txBody>
                    <a:bodyPr/>
                    <a:lstStyle/>
                    <a:p>
                      <a:pPr algn="ctr">
                        <a:buNone/>
                      </a:pPr>
                      <a:r>
                        <a:rPr lang="en-US" dirty="0">
                          <a:latin typeface="Times New Roman" pitchFamily="18" charset="0"/>
                          <a:cs typeface="Times New Roman" pitchFamily="18" charset="0"/>
                        </a:rPr>
                        <a:t>Inferences</a:t>
                      </a:r>
                    </a:p>
                  </a:txBody>
                  <a:tcPr>
                    <a:solidFill>
                      <a:srgbClr val="FFFF00"/>
                    </a:solidFill>
                  </a:tcPr>
                </a:tc>
                <a:tc>
                  <a:txBody>
                    <a:bodyPr/>
                    <a:lstStyle/>
                    <a:p>
                      <a:pPr algn="ctr">
                        <a:buNone/>
                      </a:pPr>
                      <a:r>
                        <a:rPr lang="en-US" dirty="0">
                          <a:latin typeface="Times New Roman" pitchFamily="18" charset="0"/>
                          <a:cs typeface="Times New Roman" pitchFamily="18" charset="0"/>
                        </a:rPr>
                        <a:t>Limitation/Future work</a:t>
                      </a:r>
                    </a:p>
                  </a:txBody>
                  <a:tcPr>
                    <a:solidFill>
                      <a:srgbClr val="FFFF00"/>
                    </a:solidFill>
                  </a:tcPr>
                </a:tc>
                <a:extLst>
                  <a:ext uri="{0D108BD9-81ED-4DB2-BD59-A6C34878D82A}">
                    <a16:rowId xmlns:a16="http://schemas.microsoft.com/office/drawing/2014/main" val="10000"/>
                  </a:ext>
                </a:extLst>
              </a:tr>
              <a:tr h="1541937">
                <a:tc>
                  <a:txBody>
                    <a:bodyPr/>
                    <a:lstStyle/>
                    <a:p>
                      <a:pPr marL="0" algn="l" defTabSz="914400" rtl="0" eaLnBrk="1" latinLnBrk="0" hangingPunct="1"/>
                      <a:r>
                        <a:rPr lang="en-IN" sz="1400" dirty="0"/>
                        <a:t>2020 – Yusuf &amp; </a:t>
                      </a:r>
                      <a:r>
                        <a:rPr lang="en-IN" sz="1400" dirty="0" err="1"/>
                        <a:t>Lhaksmana</a:t>
                      </a:r>
                      <a:endParaRPr lang="en-IN" sz="1400" b="0" i="0" u="none" kern="1200" dirty="0">
                        <a:solidFill>
                          <a:srgbClr val="FF0000"/>
                        </a:solidFill>
                        <a:effectLst/>
                        <a:latin typeface="Times New Roman" panose="02020603050405020304" pitchFamily="18" charset="0"/>
                        <a:ea typeface="+mn-ea"/>
                        <a:cs typeface="Times New Roman" panose="02020603050405020304" pitchFamily="18" charset="0"/>
                      </a:endParaRPr>
                    </a:p>
                  </a:txBody>
                  <a:tcPr/>
                </a:tc>
                <a:tc>
                  <a:txBody>
                    <a:bodyPr/>
                    <a:lstStyle/>
                    <a:p>
                      <a:r>
                        <a:rPr lang="en-IN" sz="1400" dirty="0"/>
                        <a:t>An Automated Interview Grading System in Talent Recruitment using SVM</a:t>
                      </a:r>
                      <a:endParaRPr lang="en-IN" sz="1400" b="1" i="0" kern="1200" dirty="0">
                        <a:solidFill>
                          <a:srgbClr val="FF0000"/>
                        </a:solidFill>
                        <a:effectLst/>
                        <a:latin typeface="Times New Roman" panose="02020603050405020304" pitchFamily="18" charset="0"/>
                        <a:ea typeface="+mn-ea"/>
                        <a:cs typeface="Times New Roman" panose="02020603050405020304" pitchFamily="18" charset="0"/>
                      </a:endParaRPr>
                    </a:p>
                  </a:txBody>
                  <a:tcPr/>
                </a:tc>
                <a:tc>
                  <a:txBody>
                    <a:bodyPr/>
                    <a:lstStyle/>
                    <a:p>
                      <a:pPr marL="285750" marR="0" indent="-285750" algn="just" defTabSz="914400" rtl="0" eaLnBrk="1" latinLnBrk="0" hangingPunct="1">
                        <a:lnSpc>
                          <a:spcPct val="100000"/>
                        </a:lnSpc>
                        <a:spcBef>
                          <a:spcPts val="0"/>
                        </a:spcBef>
                        <a:spcAft>
                          <a:spcPts val="0"/>
                        </a:spcAft>
                        <a:buClr>
                          <a:srgbClr val="000000"/>
                        </a:buClr>
                        <a:buFont typeface="Arial" panose="020B0604020202020204" pitchFamily="34" charset="0"/>
                        <a:buChar char="•"/>
                      </a:pPr>
                      <a:r>
                        <a:rPr lang="en-IN" sz="1400" dirty="0"/>
                        <a:t>Uses </a:t>
                      </a:r>
                      <a:r>
                        <a:rPr lang="en-IN" sz="1400" b="1" dirty="0"/>
                        <a:t>Support Vector Machine (SVM)</a:t>
                      </a:r>
                      <a:r>
                        <a:rPr lang="en-IN" sz="1400" dirty="0"/>
                        <a:t> for automated interview grading and candidate evaluation.</a:t>
                      </a:r>
                      <a:endParaRPr lang="en-US" sz="1400" b="0" i="0" kern="1200" dirty="0">
                        <a:solidFill>
                          <a:srgbClr val="FF0000"/>
                        </a:solidFill>
                        <a:effectLst/>
                        <a:latin typeface="Times New Roman" panose="02020603050405020304" pitchFamily="18" charset="0"/>
                        <a:ea typeface="+mn-ea"/>
                        <a:cs typeface="Times New Roman" panose="02020603050405020304" pitchFamily="18" charset="0"/>
                        <a:sym typeface="Arial"/>
                      </a:endParaRPr>
                    </a:p>
                  </a:txBody>
                  <a:tcPr/>
                </a:tc>
                <a:tc>
                  <a:txBody>
                    <a:bodyPr/>
                    <a:lstStyle/>
                    <a:p>
                      <a:pPr marL="285750" marR="0" indent="-285750" algn="just" defTabSz="914400" rtl="0" eaLnBrk="1" latinLnBrk="0" hangingPunct="1">
                        <a:lnSpc>
                          <a:spcPct val="100000"/>
                        </a:lnSpc>
                        <a:spcBef>
                          <a:spcPts val="0"/>
                        </a:spcBef>
                        <a:spcAft>
                          <a:spcPts val="0"/>
                        </a:spcAft>
                        <a:buClr>
                          <a:srgbClr val="000000"/>
                        </a:buClr>
                        <a:buFont typeface="Arial" panose="020B0604020202020204" pitchFamily="34" charset="0"/>
                        <a:buChar char="•"/>
                      </a:pPr>
                      <a:r>
                        <a:rPr lang="en-IN" sz="1400" dirty="0"/>
                        <a:t>Demonstrates that machine learning can automate interview scoring and support talent recruitment. </a:t>
                      </a:r>
                      <a:endParaRPr lang="en-US" sz="1400" b="0" i="0" kern="1200" dirty="0">
                        <a:solidFill>
                          <a:srgbClr val="FF0000"/>
                        </a:solidFill>
                        <a:effectLst/>
                        <a:latin typeface="Times New Roman" panose="02020603050405020304" pitchFamily="18" charset="0"/>
                        <a:ea typeface="+mn-ea"/>
                        <a:cs typeface="Times New Roman" panose="02020603050405020304" pitchFamily="18" charset="0"/>
                        <a:sym typeface="Arial"/>
                      </a:endParaRPr>
                    </a:p>
                  </a:txBody>
                  <a:tcPr/>
                </a:tc>
                <a:tc>
                  <a:txBody>
                    <a:bodyPr/>
                    <a:lstStyle/>
                    <a:p>
                      <a:pPr marL="285750" indent="-285750" algn="l" defTabSz="914400" rtl="0" eaLnBrk="1" latinLnBrk="0" hangingPunct="1">
                        <a:buFont typeface="Arial" panose="020B0604020202020204" pitchFamily="34" charset="0"/>
                        <a:buChar char="•"/>
                      </a:pPr>
                      <a:r>
                        <a:rPr lang="en-IN" sz="1400" dirty="0"/>
                        <a:t>Mainly focuses on </a:t>
                      </a:r>
                      <a:r>
                        <a:rPr lang="en-IN" sz="1400" b="1" dirty="0"/>
                        <a:t>automated grading</a:t>
                      </a:r>
                      <a:r>
                        <a:rPr lang="en-IN" sz="1400" dirty="0"/>
                        <a:t>; it does not provide adaptive questioning or personalized career guidance.</a:t>
                      </a:r>
                      <a:endParaRPr lang="en-US" sz="1400" b="0" i="0" u="none" kern="1200" dirty="0">
                        <a:solidFill>
                          <a:srgbClr val="FF0000"/>
                        </a:solidFill>
                        <a:effectLst/>
                        <a:latin typeface="Times New Roman" panose="02020603050405020304" pitchFamily="18" charset="0"/>
                        <a:ea typeface="+mn-ea"/>
                        <a:cs typeface="Times New Roman" panose="02020603050405020304" pitchFamily="18" charset="0"/>
                        <a:sym typeface="Arial"/>
                      </a:endParaRPr>
                    </a:p>
                  </a:txBody>
                  <a:tcPr/>
                </a:tc>
                <a:extLst>
                  <a:ext uri="{0D108BD9-81ED-4DB2-BD59-A6C34878D82A}">
                    <a16:rowId xmlns:a16="http://schemas.microsoft.com/office/drawing/2014/main" val="3714155954"/>
                  </a:ext>
                </a:extLst>
              </a:tr>
              <a:tr h="1354600">
                <a:tc>
                  <a:txBody>
                    <a:bodyPr/>
                    <a:lstStyle/>
                    <a:p>
                      <a:pPr marL="0" algn="l" defTabSz="914400" rtl="0" eaLnBrk="1" latinLnBrk="0" hangingPunct="1"/>
                      <a:r>
                        <a:rPr lang="en-IN" sz="1400" dirty="0"/>
                        <a:t>2024 – Chun et al.</a:t>
                      </a:r>
                      <a:endParaRPr lang="en-IN" sz="1400" b="0" i="0" u="none" kern="1200" dirty="0">
                        <a:solidFill>
                          <a:schemeClr val="dk1"/>
                        </a:solidFill>
                        <a:effectLst/>
                        <a:latin typeface="Times New Roman" panose="02020603050405020304" pitchFamily="18" charset="0"/>
                        <a:ea typeface="+mn-ea"/>
                        <a:cs typeface="Times New Roman" panose="02020603050405020304" pitchFamily="18" charset="0"/>
                      </a:endParaRPr>
                    </a:p>
                  </a:txBody>
                  <a:tcPr/>
                </a:tc>
                <a:tc>
                  <a:txBody>
                    <a:bodyPr/>
                    <a:lstStyle/>
                    <a:p>
                      <a:r>
                        <a:rPr lang="en-IN" sz="1400" dirty="0"/>
                        <a:t>A Study on the Design and Implementation of an AI Mock Interview System for Computer Science Interview Preparation Using LLM-based ChatGPT</a:t>
                      </a:r>
                      <a:endParaRPr lang="en-IN" sz="1400" b="1" i="0" u="none" kern="1200" dirty="0">
                        <a:solidFill>
                          <a:schemeClr val="tx1"/>
                        </a:solidFill>
                        <a:effectLst/>
                        <a:latin typeface="Times New Roman" panose="02020603050405020304" pitchFamily="18" charset="0"/>
                        <a:ea typeface="+mn-ea"/>
                        <a:cs typeface="Times New Roman" panose="02020603050405020304" pitchFamily="18" charset="0"/>
                      </a:endParaRPr>
                    </a:p>
                  </a:txBody>
                  <a:tcPr/>
                </a:tc>
                <a:tc>
                  <a:txBody>
                    <a:bodyPr/>
                    <a:lstStyle/>
                    <a:p>
                      <a:pPr marL="285750" marR="0" indent="-285750" algn="l" defTabSz="914400" rtl="0" eaLnBrk="1" latinLnBrk="0" hangingPunct="1">
                        <a:lnSpc>
                          <a:spcPct val="100000"/>
                        </a:lnSpc>
                        <a:spcBef>
                          <a:spcPts val="0"/>
                        </a:spcBef>
                        <a:spcAft>
                          <a:spcPts val="0"/>
                        </a:spcAft>
                        <a:buClr>
                          <a:srgbClr val="000000"/>
                        </a:buClr>
                        <a:buFont typeface="Arial" panose="020B0604020202020204" pitchFamily="34" charset="0"/>
                        <a:buChar char="•"/>
                      </a:pPr>
                      <a:r>
                        <a:rPr lang="en-IN" sz="1400" dirty="0"/>
                        <a:t>Uses </a:t>
                      </a:r>
                      <a:r>
                        <a:rPr lang="en-IN" sz="1400" b="1" dirty="0"/>
                        <a:t>ChatGPT/LLM, NLP, Speech-to-Text and real-time feedback</a:t>
                      </a:r>
                      <a:r>
                        <a:rPr lang="en-IN" sz="1400" dirty="0"/>
                        <a:t> to </a:t>
                      </a:r>
                      <a:r>
                        <a:rPr lang="en-IN" sz="1400" dirty="0" err="1"/>
                        <a:t>analyze</a:t>
                      </a:r>
                      <a:r>
                        <a:rPr lang="en-IN" sz="1400" dirty="0"/>
                        <a:t> interview responses.</a:t>
                      </a:r>
                      <a:endParaRPr lang="en-US" sz="1400" b="0" i="0" u="none" kern="1200" dirty="0">
                        <a:solidFill>
                          <a:schemeClr val="dk1"/>
                        </a:solidFill>
                        <a:effectLst/>
                        <a:latin typeface="Times New Roman" panose="02020603050405020304" pitchFamily="18" charset="0"/>
                        <a:ea typeface="+mn-ea"/>
                        <a:cs typeface="Times New Roman" panose="02020603050405020304" pitchFamily="18" charset="0"/>
                        <a:sym typeface="Arial"/>
                      </a:endParaRPr>
                    </a:p>
                  </a:txBody>
                  <a:tcPr/>
                </a:tc>
                <a:tc>
                  <a:txBody>
                    <a:bodyPr/>
                    <a:lstStyle/>
                    <a:p>
                      <a:pPr marL="285750" marR="0" indent="-285750" algn="l" defTabSz="914400" rtl="0" eaLnBrk="1" latinLnBrk="0" hangingPunct="1">
                        <a:lnSpc>
                          <a:spcPct val="100000"/>
                        </a:lnSpc>
                        <a:spcBef>
                          <a:spcPts val="0"/>
                        </a:spcBef>
                        <a:spcAft>
                          <a:spcPts val="0"/>
                        </a:spcAft>
                        <a:buClr>
                          <a:srgbClr val="000000"/>
                        </a:buClr>
                        <a:buFont typeface="Arial" panose="020B0604020202020204" pitchFamily="34" charset="0"/>
                        <a:buChar char="•"/>
                      </a:pPr>
                      <a:r>
                        <a:rPr lang="en-IN" sz="1400" dirty="0"/>
                        <a:t>Demonstrates that LLMs can support realistic mock interviews and provide useful real-time feedback; </a:t>
                      </a:r>
                      <a:r>
                        <a:rPr lang="en-IN" sz="1400" b="1" dirty="0"/>
                        <a:t>90% of surveyed users</a:t>
                      </a:r>
                      <a:r>
                        <a:rPr lang="en-IN" sz="1400" dirty="0"/>
                        <a:t> considered the feedback helpful. </a:t>
                      </a:r>
                      <a:endParaRPr lang="en-US" sz="1400" b="0" i="0" u="none" kern="1200" dirty="0">
                        <a:solidFill>
                          <a:schemeClr val="dk1"/>
                        </a:solidFill>
                        <a:effectLst/>
                        <a:latin typeface="Times New Roman" panose="02020603050405020304" pitchFamily="18" charset="0"/>
                        <a:ea typeface="+mn-ea"/>
                        <a:cs typeface="Times New Roman" panose="02020603050405020304" pitchFamily="18" charset="0"/>
                        <a:sym typeface="Arial"/>
                      </a:endParaRPr>
                    </a:p>
                  </a:txBody>
                  <a:tcPr/>
                </a:tc>
                <a:tc>
                  <a:txBody>
                    <a:bodyPr/>
                    <a:lstStyle/>
                    <a:p>
                      <a:pPr marL="285750" indent="-285750" algn="l" defTabSz="914400" rtl="0" eaLnBrk="1" latinLnBrk="0" hangingPunct="1">
                        <a:buFont typeface="Arial" panose="020B0604020202020204" pitchFamily="34" charset="0"/>
                        <a:buChar char="•"/>
                      </a:pPr>
                      <a:r>
                        <a:rPr lang="en-IN" sz="1400" dirty="0"/>
                        <a:t>Focuses mainly on </a:t>
                      </a:r>
                      <a:r>
                        <a:rPr lang="en-IN" sz="1400" b="1" dirty="0"/>
                        <a:t>interview preparation and feedback</a:t>
                      </a:r>
                      <a:r>
                        <a:rPr lang="en-IN" sz="1400" dirty="0"/>
                        <a:t>; future work includes expanding question types and industries.</a:t>
                      </a:r>
                      <a:endParaRPr lang="en-US" sz="1400" b="0" i="0" u="none" kern="1200" dirty="0">
                        <a:solidFill>
                          <a:schemeClr val="tx1"/>
                        </a:solidFill>
                        <a:effectLst/>
                        <a:latin typeface="Times New Roman" panose="02020603050405020304" pitchFamily="18" charset="0"/>
                        <a:ea typeface="+mn-ea"/>
                        <a:cs typeface="Times New Roman" panose="02020603050405020304" pitchFamily="18" charset="0"/>
                        <a:sym typeface="Arial"/>
                      </a:endParaRPr>
                    </a:p>
                  </a:txBody>
                  <a:tcPr/>
                </a:tc>
                <a:extLst>
                  <a:ext uri="{0D108BD9-81ED-4DB2-BD59-A6C34878D82A}">
                    <a16:rowId xmlns:a16="http://schemas.microsoft.com/office/drawing/2014/main" val="2655426370"/>
                  </a:ext>
                </a:extLst>
              </a:tr>
              <a:tr h="1354600">
                <a:tc>
                  <a:txBody>
                    <a:bodyPr/>
                    <a:lstStyle/>
                    <a:p>
                      <a:pPr marL="0" algn="l" defTabSz="914400" rtl="0" eaLnBrk="1" latinLnBrk="0" hangingPunct="1"/>
                      <a:r>
                        <a:rPr lang="en-IN" sz="1400" dirty="0"/>
                        <a:t>2026 – </a:t>
                      </a:r>
                      <a:r>
                        <a:rPr lang="en-IN" sz="1400" dirty="0" err="1"/>
                        <a:t>Bershika</a:t>
                      </a:r>
                      <a:r>
                        <a:rPr lang="en-IN" sz="1400" dirty="0"/>
                        <a:t> &amp; Golden Nancy</a:t>
                      </a:r>
                      <a:endParaRPr lang="en-IN" sz="1400" b="1" i="0" u="none" kern="1200" dirty="0">
                        <a:solidFill>
                          <a:schemeClr val="dk1"/>
                        </a:solidFill>
                        <a:effectLst/>
                        <a:latin typeface="Times New Roman" panose="02020603050405020304" pitchFamily="18" charset="0"/>
                        <a:ea typeface="+mn-ea"/>
                        <a:cs typeface="Times New Roman" panose="02020603050405020304" pitchFamily="18" charset="0"/>
                      </a:endParaRPr>
                    </a:p>
                  </a:txBody>
                  <a:tcPr/>
                </a:tc>
                <a:tc>
                  <a:txBody>
                    <a:bodyPr/>
                    <a:lstStyle/>
                    <a:p>
                      <a:r>
                        <a:rPr lang="en-IN" sz="1400" dirty="0"/>
                        <a:t>AI-Based Virtual Interviewer System Using NLP and Emotion Detection</a:t>
                      </a:r>
                      <a:endParaRPr lang="en-IN" sz="1400" b="1" i="0" u="none" kern="1200" dirty="0">
                        <a:solidFill>
                          <a:schemeClr val="tx1"/>
                        </a:solidFill>
                        <a:effectLst/>
                        <a:latin typeface="Times New Roman" panose="02020603050405020304" pitchFamily="18" charset="0"/>
                        <a:ea typeface="+mn-ea"/>
                        <a:cs typeface="Times New Roman" panose="02020603050405020304" pitchFamily="18" charset="0"/>
                      </a:endParaRPr>
                    </a:p>
                  </a:txBody>
                  <a:tcPr/>
                </a:tc>
                <a:tc>
                  <a:txBody>
                    <a:bodyPr/>
                    <a:lstStyle/>
                    <a:p>
                      <a:pPr marL="285750" marR="0" indent="-285750" algn="l" defTabSz="914400" rtl="0" eaLnBrk="1" latinLnBrk="0" hangingPunct="1">
                        <a:lnSpc>
                          <a:spcPct val="100000"/>
                        </a:lnSpc>
                        <a:spcBef>
                          <a:spcPts val="0"/>
                        </a:spcBef>
                        <a:spcAft>
                          <a:spcPts val="0"/>
                        </a:spcAft>
                        <a:buClr>
                          <a:srgbClr val="000000"/>
                        </a:buClr>
                        <a:buFont typeface="Arial" panose="020B0604020202020204" pitchFamily="34" charset="0"/>
                        <a:buChar char="•"/>
                      </a:pPr>
                      <a:r>
                        <a:rPr lang="en-IN" sz="1400" dirty="0"/>
                        <a:t>Combines </a:t>
                      </a:r>
                      <a:r>
                        <a:rPr lang="en-IN" sz="1400" b="1" dirty="0"/>
                        <a:t>NLP, multimodal emotion recognition, Speech-to-Text, adaptive question generation and candidate-role matching</a:t>
                      </a:r>
                      <a:r>
                        <a:rPr lang="en-IN" sz="1400" dirty="0"/>
                        <a:t>.</a:t>
                      </a:r>
                      <a:endParaRPr lang="en-US" sz="1400" b="0" u="none" kern="1200" dirty="0">
                        <a:solidFill>
                          <a:schemeClr val="dk1"/>
                        </a:solidFill>
                        <a:effectLst/>
                        <a:latin typeface="Times New Roman" panose="02020603050405020304" pitchFamily="18" charset="0"/>
                        <a:cs typeface="Times New Roman" panose="02020603050405020304" pitchFamily="18" charset="0"/>
                      </a:endParaRPr>
                    </a:p>
                  </a:txBody>
                  <a:tcPr/>
                </a:tc>
                <a:tc>
                  <a:txBody>
                    <a:bodyPr/>
                    <a:lstStyle/>
                    <a:p>
                      <a:pPr marL="285750" marR="0" indent="-285750" algn="l" defTabSz="914400" rtl="0" eaLnBrk="1" latinLnBrk="0" hangingPunct="1">
                        <a:lnSpc>
                          <a:spcPct val="100000"/>
                        </a:lnSpc>
                        <a:spcBef>
                          <a:spcPts val="0"/>
                        </a:spcBef>
                        <a:spcAft>
                          <a:spcPts val="0"/>
                        </a:spcAft>
                        <a:buClr>
                          <a:srgbClr val="000000"/>
                        </a:buClr>
                        <a:buFont typeface="Arial" panose="020B0604020202020204" pitchFamily="34" charset="0"/>
                        <a:buChar char="•"/>
                      </a:pPr>
                      <a:r>
                        <a:rPr lang="en-IN" sz="1400" dirty="0"/>
                        <a:t>Demonstrates a more comprehensive AI interviewer that dynamically adapts questions based on candidate performance and evaluates linguistic and emotional signals. </a:t>
                      </a:r>
                      <a:endParaRPr lang="en-US" sz="1400" b="0" i="0" u="none" kern="1200" dirty="0">
                        <a:solidFill>
                          <a:schemeClr val="dk1"/>
                        </a:solidFill>
                        <a:effectLst/>
                        <a:latin typeface="Times New Roman" panose="02020603050405020304" pitchFamily="18" charset="0"/>
                        <a:ea typeface="+mn-ea"/>
                        <a:cs typeface="Times New Roman" panose="02020603050405020304" pitchFamily="18" charset="0"/>
                        <a:sym typeface="Arial"/>
                      </a:endParaRPr>
                    </a:p>
                  </a:txBody>
                  <a:tcPr/>
                </a:tc>
                <a:tc>
                  <a:txBody>
                    <a:bodyPr/>
                    <a:lstStyle/>
                    <a:p>
                      <a:pPr marL="285750" indent="-285750" algn="l" defTabSz="914400" rtl="0" eaLnBrk="1" latinLnBrk="0" hangingPunct="1">
                        <a:buFont typeface="Arial" panose="020B0604020202020204" pitchFamily="34" charset="0"/>
                        <a:buChar char="•"/>
                      </a:pPr>
                      <a:r>
                        <a:rPr lang="en-IN" sz="1400" dirty="0"/>
                        <a:t>Still has scope for integrating </a:t>
                      </a:r>
                      <a:r>
                        <a:rPr lang="en-IN" sz="1400" b="1" dirty="0"/>
                        <a:t>personalized skill-gap analysis, career-readiness assessment and continuous candidate development</a:t>
                      </a:r>
                      <a:r>
                        <a:rPr lang="en-IN" sz="1400" dirty="0"/>
                        <a:t> into one ecosystem.</a:t>
                      </a:r>
                      <a:endParaRPr lang="en-US" sz="1400" b="1" i="0" u="none" kern="1200" dirty="0">
                        <a:solidFill>
                          <a:schemeClr val="tx1"/>
                        </a:solidFill>
                        <a:effectLst/>
                        <a:latin typeface="Times New Roman" panose="02020603050405020304" pitchFamily="18" charset="0"/>
                        <a:ea typeface="+mn-ea"/>
                        <a:cs typeface="Times New Roman" panose="02020603050405020304" pitchFamily="18" charset="0"/>
                        <a:sym typeface="Arial"/>
                      </a:endParaRPr>
                    </a:p>
                  </a:txBody>
                  <a:tcPr/>
                </a:tc>
                <a:extLst>
                  <a:ext uri="{0D108BD9-81ED-4DB2-BD59-A6C34878D82A}">
                    <a16:rowId xmlns:a16="http://schemas.microsoft.com/office/drawing/2014/main" val="2841575018"/>
                  </a:ext>
                </a:extLst>
              </a:tr>
            </a:tbl>
          </a:graphicData>
        </a:graphic>
      </p:graphicFrame>
      <p:sp>
        <p:nvSpPr>
          <p:cNvPr id="2" name="TextBox 1">
            <a:extLst>
              <a:ext uri="{FF2B5EF4-FFF2-40B4-BE49-F238E27FC236}">
                <a16:creationId xmlns:a16="http://schemas.microsoft.com/office/drawing/2014/main" id="{C48F0022-391A-4CFC-2851-87E76B37EAC2}"/>
              </a:ext>
            </a:extLst>
          </p:cNvPr>
          <p:cNvSpPr txBox="1"/>
          <p:nvPr/>
        </p:nvSpPr>
        <p:spPr>
          <a:xfrm>
            <a:off x="4070980" y="256532"/>
            <a:ext cx="4050036" cy="646331"/>
          </a:xfrm>
          <a:prstGeom prst="rect">
            <a:avLst/>
          </a:prstGeom>
          <a:noFill/>
        </p:spPr>
        <p:txBody>
          <a:bodyPr wrap="square" rtlCol="0">
            <a:spAutoFit/>
          </a:bodyPr>
          <a:lstStyle/>
          <a:p>
            <a:pPr algn="ctr"/>
            <a:r>
              <a:rPr lang="en-IN" sz="3600" b="1" dirty="0">
                <a:solidFill>
                  <a:srgbClr val="C00000"/>
                </a:solidFill>
                <a:ea typeface="Cambria"/>
                <a:cs typeface="Times New Roman" panose="02020603050405020304" pitchFamily="18" charset="0"/>
              </a:rPr>
              <a:t>Literature Survey</a:t>
            </a:r>
            <a:endParaRPr lang="en-IN" sz="3600" b="1" dirty="0">
              <a:solidFill>
                <a:srgbClr val="C00000"/>
              </a:solidFill>
              <a:cs typeface="Times New Roman" panose="02020603050405020304" pitchFamily="18" charset="0"/>
            </a:endParaRPr>
          </a:p>
        </p:txBody>
      </p:sp>
      <p:sp>
        <p:nvSpPr>
          <p:cNvPr id="10" name="Slide Number Placeholder 9">
            <a:extLst>
              <a:ext uri="{FF2B5EF4-FFF2-40B4-BE49-F238E27FC236}">
                <a16:creationId xmlns:a16="http://schemas.microsoft.com/office/drawing/2014/main" id="{09784944-5437-9E89-7017-F3DB9CA914FA}"/>
              </a:ext>
            </a:extLst>
          </p:cNvPr>
          <p:cNvSpPr>
            <a:spLocks noGrp="1"/>
          </p:cNvSpPr>
          <p:nvPr>
            <p:ph type="sldNum" sz="quarter" idx="12"/>
          </p:nvPr>
        </p:nvSpPr>
        <p:spPr/>
        <p:txBody>
          <a:bodyPr/>
          <a:lstStyle/>
          <a:p>
            <a:fld id="{5A3A418F-4DEE-4BB1-940B-1145D135750E}" type="slidenum">
              <a:rPr lang="en-IN" smtClean="0"/>
              <a:t>5</a:t>
            </a:fld>
            <a:endParaRPr lang="en-IN"/>
          </a:p>
        </p:txBody>
      </p:sp>
      <p:pic>
        <p:nvPicPr>
          <p:cNvPr id="6" name="Picture 5">
            <a:extLst>
              <a:ext uri="{FF2B5EF4-FFF2-40B4-BE49-F238E27FC236}">
                <a16:creationId xmlns:a16="http://schemas.microsoft.com/office/drawing/2014/main" id="{CF3EBAEA-8DC6-8F54-F0D6-38F9643BD4B7}"/>
              </a:ext>
            </a:extLst>
          </p:cNvPr>
          <p:cNvPicPr>
            <a:picLocks noChangeAspect="1"/>
          </p:cNvPicPr>
          <p:nvPr/>
        </p:nvPicPr>
        <p:blipFill>
          <a:blip r:embed="rId3"/>
          <a:stretch>
            <a:fillRect/>
          </a:stretch>
        </p:blipFill>
        <p:spPr>
          <a:xfrm>
            <a:off x="10249380" y="136525"/>
            <a:ext cx="1942620" cy="622550"/>
          </a:xfrm>
          <a:prstGeom prst="rect">
            <a:avLst/>
          </a:prstGeom>
        </p:spPr>
      </p:pic>
    </p:spTree>
    <p:extLst>
      <p:ext uri="{BB962C8B-B14F-4D97-AF65-F5344CB8AC3E}">
        <p14:creationId xmlns:p14="http://schemas.microsoft.com/office/powerpoint/2010/main" val="30292770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AEF2FA-32F2-6715-843F-6ACC796D0536}"/>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C00062CA-E93E-DFB0-5A22-1412AB9A6752}"/>
              </a:ext>
            </a:extLst>
          </p:cNvPr>
          <p:cNvSpPr txBox="1"/>
          <p:nvPr/>
        </p:nvSpPr>
        <p:spPr>
          <a:xfrm>
            <a:off x="2841812" y="112194"/>
            <a:ext cx="6096000" cy="646331"/>
          </a:xfrm>
          <a:prstGeom prst="rect">
            <a:avLst/>
          </a:prstGeom>
          <a:noFill/>
        </p:spPr>
        <p:txBody>
          <a:bodyPr wrap="square">
            <a:spAutoFit/>
          </a:bodyPr>
          <a:lstStyle/>
          <a:p>
            <a:pPr algn="ctr"/>
            <a:r>
              <a:rPr lang="en-US" sz="3600" b="1" dirty="0">
                <a:solidFill>
                  <a:srgbClr val="C00000"/>
                </a:solidFill>
              </a:rPr>
              <a:t>Research Gap </a:t>
            </a:r>
          </a:p>
        </p:txBody>
      </p:sp>
      <p:pic>
        <p:nvPicPr>
          <p:cNvPr id="7" name="Picture 6">
            <a:extLst>
              <a:ext uri="{FF2B5EF4-FFF2-40B4-BE49-F238E27FC236}">
                <a16:creationId xmlns:a16="http://schemas.microsoft.com/office/drawing/2014/main" id="{C19B899C-1189-03D8-3B1C-6741A8317216}"/>
              </a:ext>
            </a:extLst>
          </p:cNvPr>
          <p:cNvPicPr>
            <a:picLocks noChangeAspect="1"/>
          </p:cNvPicPr>
          <p:nvPr/>
        </p:nvPicPr>
        <p:blipFill>
          <a:blip r:embed="rId2"/>
          <a:stretch>
            <a:fillRect/>
          </a:stretch>
        </p:blipFill>
        <p:spPr>
          <a:xfrm>
            <a:off x="10249380" y="167839"/>
            <a:ext cx="1942620" cy="622550"/>
          </a:xfrm>
          <a:prstGeom prst="rect">
            <a:avLst/>
          </a:prstGeom>
        </p:spPr>
      </p:pic>
      <p:pic>
        <p:nvPicPr>
          <p:cNvPr id="3" name="Picture 2">
            <a:extLst>
              <a:ext uri="{FF2B5EF4-FFF2-40B4-BE49-F238E27FC236}">
                <a16:creationId xmlns:a16="http://schemas.microsoft.com/office/drawing/2014/main" id="{74C4A868-9DCB-C61C-FF3E-0E6D50FB6ABE}"/>
              </a:ext>
            </a:extLst>
          </p:cNvPr>
          <p:cNvPicPr>
            <a:picLocks noChangeAspect="1"/>
          </p:cNvPicPr>
          <p:nvPr/>
        </p:nvPicPr>
        <p:blipFill>
          <a:blip r:embed="rId3"/>
          <a:stretch>
            <a:fillRect/>
          </a:stretch>
        </p:blipFill>
        <p:spPr>
          <a:xfrm>
            <a:off x="198351" y="636144"/>
            <a:ext cx="11993649" cy="6077798"/>
          </a:xfrm>
          <a:prstGeom prst="rect">
            <a:avLst/>
          </a:prstGeom>
        </p:spPr>
      </p:pic>
    </p:spTree>
    <p:extLst>
      <p:ext uri="{BB962C8B-B14F-4D97-AF65-F5344CB8AC3E}">
        <p14:creationId xmlns:p14="http://schemas.microsoft.com/office/powerpoint/2010/main" val="20658760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40E134-74B2-3641-6DE9-609698522371}"/>
              </a:ext>
            </a:extLst>
          </p:cNvPr>
          <p:cNvSpPr>
            <a:spLocks noGrp="1"/>
          </p:cNvSpPr>
          <p:nvPr>
            <p:ph type="title"/>
          </p:nvPr>
        </p:nvSpPr>
        <p:spPr>
          <a:xfrm>
            <a:off x="705090" y="-116976"/>
            <a:ext cx="10515600" cy="1325563"/>
          </a:xfrm>
        </p:spPr>
        <p:txBody>
          <a:bodyPr>
            <a:normAutofit/>
          </a:bodyPr>
          <a:lstStyle/>
          <a:p>
            <a:pPr algn="ctr"/>
            <a:r>
              <a:rPr lang="en-US" sz="3600" b="1" dirty="0">
                <a:solidFill>
                  <a:srgbClr val="C00000"/>
                </a:solidFill>
                <a:latin typeface="+mn-lt"/>
              </a:rPr>
              <a:t>Novelty</a:t>
            </a:r>
            <a:endParaRPr lang="en-IN" sz="3600" dirty="0">
              <a:solidFill>
                <a:srgbClr val="C00000"/>
              </a:solidFill>
              <a:latin typeface="+mn-lt"/>
            </a:endParaRPr>
          </a:p>
        </p:txBody>
      </p:sp>
      <p:sp>
        <p:nvSpPr>
          <p:cNvPr id="3" name="Content Placeholder 2">
            <a:extLst>
              <a:ext uri="{FF2B5EF4-FFF2-40B4-BE49-F238E27FC236}">
                <a16:creationId xmlns:a16="http://schemas.microsoft.com/office/drawing/2014/main" id="{083FE819-4360-0EB7-4AE4-DA8038A03238}"/>
              </a:ext>
            </a:extLst>
          </p:cNvPr>
          <p:cNvSpPr>
            <a:spLocks noGrp="1"/>
          </p:cNvSpPr>
          <p:nvPr>
            <p:ph idx="1"/>
          </p:nvPr>
        </p:nvSpPr>
        <p:spPr>
          <a:xfrm>
            <a:off x="775447" y="986118"/>
            <a:ext cx="10515600" cy="5369859"/>
          </a:xfrm>
        </p:spPr>
        <p:txBody>
          <a:bodyPr>
            <a:normAutofit fontScale="40000" lnSpcReduction="20000"/>
          </a:bodyPr>
          <a:lstStyle/>
          <a:p>
            <a:pPr marL="0" indent="0">
              <a:buNone/>
            </a:pPr>
            <a:r>
              <a:rPr lang="en-IN" sz="4000" b="1" dirty="0"/>
              <a:t>1 - Adaptive Interview Journey</a:t>
            </a:r>
          </a:p>
          <a:p>
            <a:pPr lvl="0" algn="just"/>
            <a:r>
              <a:rPr lang="en-IN" sz="4000" dirty="0" err="1"/>
              <a:t>InterviewVerseAI</a:t>
            </a:r>
            <a:r>
              <a:rPr lang="en-IN" sz="4000" dirty="0"/>
              <a:t> transforms the traditional fixed interview into an intelligent, adaptive interview journey. Instead of presenting the same predefined questions to every candidate, the system continuously analyses the candidate's responses and dynamically adjusts the next question, topic, and difficulty level according to individual performance. This creates a personalized interview experience that evolves with the candidate. </a:t>
            </a:r>
          </a:p>
          <a:p>
            <a:pPr lvl="0"/>
            <a:endParaRPr lang="en-IN" sz="4000" dirty="0"/>
          </a:p>
          <a:p>
            <a:pPr marL="0" indent="0">
              <a:buNone/>
            </a:pPr>
            <a:r>
              <a:rPr lang="en-IN" sz="4000" b="1" dirty="0"/>
              <a:t>2 - Agentic Multi-Skill Interview Assessment</a:t>
            </a:r>
          </a:p>
          <a:p>
            <a:pPr lvl="0" algn="just"/>
            <a:r>
              <a:rPr lang="en-IN" sz="4000" dirty="0"/>
              <a:t>Instead of relying on a single evaluation model, </a:t>
            </a:r>
            <a:r>
              <a:rPr lang="en-IN" sz="4000" dirty="0" err="1"/>
              <a:t>InterviewVerseAI</a:t>
            </a:r>
            <a:r>
              <a:rPr lang="en-IN" sz="4000" dirty="0"/>
              <a:t> employs specialized AI agents such as an Interview Agent, Technical Assessment Agent, Communication Agent, </a:t>
            </a:r>
            <a:r>
              <a:rPr lang="en-IN" sz="4000" dirty="0" err="1"/>
              <a:t>Behavioral</a:t>
            </a:r>
            <a:r>
              <a:rPr lang="en-IN" sz="4000" dirty="0"/>
              <a:t> Assessment Agent, and Feedback Agent. These agents collaborate under an Orchestration/Planning Agent to evaluate candidates from different perspectives and generate a comprehensive assessment covering technical knowledge, problem-solving, communication, and behavioural skills. </a:t>
            </a:r>
          </a:p>
          <a:p>
            <a:pPr lvl="0"/>
            <a:endParaRPr lang="en-IN" sz="4000" dirty="0"/>
          </a:p>
          <a:p>
            <a:pPr marL="0" lvl="0" indent="0">
              <a:buNone/>
            </a:pPr>
            <a:r>
              <a:rPr lang="en-IN" sz="4000" b="1" dirty="0"/>
              <a:t>3 - Personalized Career Readiness Engine</a:t>
            </a:r>
          </a:p>
          <a:p>
            <a:pPr lvl="0" algn="just"/>
            <a:r>
              <a:rPr lang="en-IN" sz="4000" dirty="0" err="1"/>
              <a:t>InterviewVerseAI</a:t>
            </a:r>
            <a:r>
              <a:rPr lang="en-IN" sz="4000" dirty="0"/>
              <a:t> goes beyond conventional interview scoring by analysing the candidate's overall performance to identify strengths, weaknesses, skill gaps, and career-readiness levels. The system provides personalized feedback and improvement recommendations based on the candidate's assessment results, helping transform interview performance into a continuous career-development journey.</a:t>
            </a:r>
          </a:p>
          <a:p>
            <a:pPr marL="0" indent="0">
              <a:buNone/>
            </a:pPr>
            <a:endParaRPr lang="en-IN" sz="4000" dirty="0"/>
          </a:p>
          <a:p>
            <a:pPr marL="0" indent="0">
              <a:buNone/>
            </a:pPr>
            <a:r>
              <a:rPr lang="en-IN" sz="4000" b="1" dirty="0"/>
              <a:t>Overall Novelty</a:t>
            </a:r>
          </a:p>
          <a:p>
            <a:pPr marL="0" indent="0" algn="just">
              <a:buNone/>
            </a:pPr>
            <a:r>
              <a:rPr lang="en-IN" sz="4000" dirty="0" err="1"/>
              <a:t>InterviewVerseAI</a:t>
            </a:r>
            <a:r>
              <a:rPr lang="en-IN" sz="4000" dirty="0"/>
              <a:t> transforms interviews from a fixed test into an intelligent, adaptive journey toward personalized career readiness.</a:t>
            </a:r>
          </a:p>
          <a:p>
            <a:pPr marL="0" indent="0">
              <a:buNone/>
            </a:pPr>
            <a:endParaRPr lang="en-IN" sz="1600" dirty="0"/>
          </a:p>
        </p:txBody>
      </p:sp>
      <p:pic>
        <p:nvPicPr>
          <p:cNvPr id="5" name="Picture 4">
            <a:extLst>
              <a:ext uri="{FF2B5EF4-FFF2-40B4-BE49-F238E27FC236}">
                <a16:creationId xmlns:a16="http://schemas.microsoft.com/office/drawing/2014/main" id="{6B88D339-34D0-4086-9B07-0772799E3F34}"/>
              </a:ext>
            </a:extLst>
          </p:cNvPr>
          <p:cNvPicPr>
            <a:picLocks noChangeAspect="1"/>
          </p:cNvPicPr>
          <p:nvPr/>
        </p:nvPicPr>
        <p:blipFill>
          <a:blip r:embed="rId2"/>
          <a:stretch>
            <a:fillRect/>
          </a:stretch>
        </p:blipFill>
        <p:spPr>
          <a:xfrm>
            <a:off x="10249380" y="190748"/>
            <a:ext cx="1942620" cy="622550"/>
          </a:xfrm>
          <a:prstGeom prst="rect">
            <a:avLst/>
          </a:prstGeom>
        </p:spPr>
      </p:pic>
    </p:spTree>
    <p:extLst>
      <p:ext uri="{BB962C8B-B14F-4D97-AF65-F5344CB8AC3E}">
        <p14:creationId xmlns:p14="http://schemas.microsoft.com/office/powerpoint/2010/main" val="4044156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E1EF99-F0E7-ADF6-4B2B-4D9A9063646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40532BA-1F0E-A09F-4B5E-89F192D7621F}"/>
              </a:ext>
            </a:extLst>
          </p:cNvPr>
          <p:cNvSpPr>
            <a:spLocks noGrp="1"/>
          </p:cNvSpPr>
          <p:nvPr>
            <p:ph type="title"/>
          </p:nvPr>
        </p:nvSpPr>
        <p:spPr>
          <a:xfrm>
            <a:off x="667871" y="130237"/>
            <a:ext cx="10331370" cy="757619"/>
          </a:xfrm>
        </p:spPr>
        <p:txBody>
          <a:bodyPr>
            <a:normAutofit/>
          </a:bodyPr>
          <a:lstStyle/>
          <a:p>
            <a:pPr algn="ctr"/>
            <a:r>
              <a:rPr lang="en-IN" sz="4000" b="1" dirty="0">
                <a:solidFill>
                  <a:srgbClr val="C00000"/>
                </a:solidFill>
                <a:latin typeface="+mn-lt"/>
                <a:cs typeface="Times New Roman" panose="02020603050405020304" pitchFamily="18" charset="0"/>
              </a:rPr>
              <a:t>Tech Stack </a:t>
            </a:r>
            <a:endParaRPr lang="en-IN" sz="4000" dirty="0">
              <a:solidFill>
                <a:srgbClr val="C00000"/>
              </a:solidFill>
              <a:latin typeface="+mn-lt"/>
              <a:cs typeface="Times New Roman" panose="02020603050405020304" pitchFamily="18" charset="0"/>
            </a:endParaRPr>
          </a:p>
        </p:txBody>
      </p:sp>
      <p:sp>
        <p:nvSpPr>
          <p:cNvPr id="7" name="Slide Number Placeholder 6">
            <a:extLst>
              <a:ext uri="{FF2B5EF4-FFF2-40B4-BE49-F238E27FC236}">
                <a16:creationId xmlns:a16="http://schemas.microsoft.com/office/drawing/2014/main" id="{7D58C107-9DE2-0F5D-47A1-03AB379A8AC1}"/>
              </a:ext>
            </a:extLst>
          </p:cNvPr>
          <p:cNvSpPr>
            <a:spLocks noGrp="1"/>
          </p:cNvSpPr>
          <p:nvPr>
            <p:ph type="sldNum" sz="quarter" idx="12"/>
          </p:nvPr>
        </p:nvSpPr>
        <p:spPr/>
        <p:txBody>
          <a:bodyPr/>
          <a:lstStyle/>
          <a:p>
            <a:fld id="{E639234F-78F1-4984-9C4D-D4C7AB587871}" type="slidenum">
              <a:rPr lang="en-US" smtClean="0">
                <a:latin typeface="Times New Roman" panose="02020603050405020304" pitchFamily="18" charset="0"/>
                <a:cs typeface="Times New Roman" panose="02020603050405020304" pitchFamily="18" charset="0"/>
              </a:rPr>
              <a:t>8</a:t>
            </a:fld>
            <a:endParaRPr lang="en-US"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138E50DE-212E-8EA8-6510-E8E1F6E667FE}"/>
              </a:ext>
            </a:extLst>
          </p:cNvPr>
          <p:cNvPicPr>
            <a:picLocks noChangeAspect="1"/>
          </p:cNvPicPr>
          <p:nvPr/>
        </p:nvPicPr>
        <p:blipFill>
          <a:blip r:embed="rId2"/>
          <a:stretch>
            <a:fillRect/>
          </a:stretch>
        </p:blipFill>
        <p:spPr>
          <a:xfrm>
            <a:off x="10198260" y="130237"/>
            <a:ext cx="1942620" cy="622550"/>
          </a:xfrm>
          <a:prstGeom prst="rect">
            <a:avLst/>
          </a:prstGeom>
        </p:spPr>
      </p:pic>
      <p:graphicFrame>
        <p:nvGraphicFramePr>
          <p:cNvPr id="10" name="Content Placeholder 9">
            <a:extLst>
              <a:ext uri="{FF2B5EF4-FFF2-40B4-BE49-F238E27FC236}">
                <a16:creationId xmlns:a16="http://schemas.microsoft.com/office/drawing/2014/main" id="{B165206D-517F-C694-8543-CC97829460A7}"/>
              </a:ext>
            </a:extLst>
          </p:cNvPr>
          <p:cNvGraphicFramePr>
            <a:graphicFrameLocks noGrp="1"/>
          </p:cNvGraphicFramePr>
          <p:nvPr>
            <p:ph idx="1"/>
            <p:extLst>
              <p:ext uri="{D42A27DB-BD31-4B8C-83A1-F6EECF244321}">
                <p14:modId xmlns:p14="http://schemas.microsoft.com/office/powerpoint/2010/main" val="2469258804"/>
              </p:ext>
            </p:extLst>
          </p:nvPr>
        </p:nvGraphicFramePr>
        <p:xfrm>
          <a:off x="643217" y="820987"/>
          <a:ext cx="10905565" cy="5773862"/>
        </p:xfrm>
        <a:graphic>
          <a:graphicData uri="http://schemas.openxmlformats.org/drawingml/2006/table">
            <a:tbl>
              <a:tblPr firstRow="1" bandRow="1">
                <a:tableStyleId>{5C22544A-7EE6-4342-B048-85BDC9FD1C3A}</a:tableStyleId>
              </a:tblPr>
              <a:tblGrid>
                <a:gridCol w="2962914">
                  <a:extLst>
                    <a:ext uri="{9D8B030D-6E8A-4147-A177-3AD203B41FA5}">
                      <a16:colId xmlns:a16="http://schemas.microsoft.com/office/drawing/2014/main" val="2765341046"/>
                    </a:ext>
                  </a:extLst>
                </a:gridCol>
                <a:gridCol w="2504032">
                  <a:extLst>
                    <a:ext uri="{9D8B030D-6E8A-4147-A177-3AD203B41FA5}">
                      <a16:colId xmlns:a16="http://schemas.microsoft.com/office/drawing/2014/main" val="1036152176"/>
                    </a:ext>
                  </a:extLst>
                </a:gridCol>
                <a:gridCol w="5438619">
                  <a:extLst>
                    <a:ext uri="{9D8B030D-6E8A-4147-A177-3AD203B41FA5}">
                      <a16:colId xmlns:a16="http://schemas.microsoft.com/office/drawing/2014/main" val="1326160887"/>
                    </a:ext>
                  </a:extLst>
                </a:gridCol>
              </a:tblGrid>
              <a:tr h="378902">
                <a:tc>
                  <a:txBody>
                    <a:bodyPr/>
                    <a:lstStyle/>
                    <a:p>
                      <a:pPr>
                        <a:buNone/>
                      </a:pPr>
                      <a:r>
                        <a:rPr lang="en-IN" b="1" dirty="0"/>
                        <a:t>Layer</a:t>
                      </a:r>
                      <a:endParaRPr lang="en-IN" dirty="0"/>
                    </a:p>
                  </a:txBody>
                  <a:tcPr anchor="ctr"/>
                </a:tc>
                <a:tc>
                  <a:txBody>
                    <a:bodyPr/>
                    <a:lstStyle/>
                    <a:p>
                      <a:pPr>
                        <a:buNone/>
                      </a:pPr>
                      <a:r>
                        <a:rPr lang="en-IN" b="1"/>
                        <a:t>Technology Stack</a:t>
                      </a:r>
                      <a:endParaRPr lang="en-IN"/>
                    </a:p>
                  </a:txBody>
                  <a:tcPr anchor="ctr"/>
                </a:tc>
                <a:tc>
                  <a:txBody>
                    <a:bodyPr/>
                    <a:lstStyle/>
                    <a:p>
                      <a:pPr>
                        <a:buNone/>
                      </a:pPr>
                      <a:r>
                        <a:rPr lang="en-IN" b="1"/>
                        <a:t>Purpose in InterviewVerseAI</a:t>
                      </a:r>
                      <a:endParaRPr lang="en-IN"/>
                    </a:p>
                  </a:txBody>
                  <a:tcPr anchor="ctr"/>
                </a:tc>
                <a:extLst>
                  <a:ext uri="{0D108BD9-81ED-4DB2-BD59-A6C34878D82A}">
                    <a16:rowId xmlns:a16="http://schemas.microsoft.com/office/drawing/2014/main" val="3910910410"/>
                  </a:ext>
                </a:extLst>
              </a:tr>
              <a:tr h="618915">
                <a:tc>
                  <a:txBody>
                    <a:bodyPr/>
                    <a:lstStyle/>
                    <a:p>
                      <a:pPr>
                        <a:buNone/>
                      </a:pPr>
                      <a:r>
                        <a:rPr lang="en-IN" b="1"/>
                        <a:t>Frontend</a:t>
                      </a:r>
                      <a:endParaRPr lang="en-IN"/>
                    </a:p>
                  </a:txBody>
                  <a:tcPr anchor="ctr"/>
                </a:tc>
                <a:tc>
                  <a:txBody>
                    <a:bodyPr/>
                    <a:lstStyle/>
                    <a:p>
                      <a:pPr>
                        <a:buNone/>
                      </a:pPr>
                      <a:r>
                        <a:rPr lang="en-IN" b="1"/>
                        <a:t>React</a:t>
                      </a:r>
                      <a:endParaRPr lang="en-IN"/>
                    </a:p>
                  </a:txBody>
                  <a:tcPr anchor="ctr"/>
                </a:tc>
                <a:tc>
                  <a:txBody>
                    <a:bodyPr/>
                    <a:lstStyle/>
                    <a:p>
                      <a:pPr>
                        <a:buNone/>
                      </a:pPr>
                      <a:r>
                        <a:rPr lang="en-IN"/>
                        <a:t>Candidate interview interface, question display, response submission, and performance dashboard</a:t>
                      </a:r>
                    </a:p>
                  </a:txBody>
                  <a:tcPr anchor="ctr"/>
                </a:tc>
                <a:extLst>
                  <a:ext uri="{0D108BD9-81ED-4DB2-BD59-A6C34878D82A}">
                    <a16:rowId xmlns:a16="http://schemas.microsoft.com/office/drawing/2014/main" val="2326121412"/>
                  </a:ext>
                </a:extLst>
              </a:tr>
              <a:tr h="596295">
                <a:tc>
                  <a:txBody>
                    <a:bodyPr/>
                    <a:lstStyle/>
                    <a:p>
                      <a:pPr>
                        <a:buNone/>
                      </a:pPr>
                      <a:r>
                        <a:rPr lang="en-IN" b="1"/>
                        <a:t>Backend</a:t>
                      </a:r>
                      <a:endParaRPr lang="en-IN"/>
                    </a:p>
                  </a:txBody>
                  <a:tcPr anchor="ctr"/>
                </a:tc>
                <a:tc>
                  <a:txBody>
                    <a:bodyPr/>
                    <a:lstStyle/>
                    <a:p>
                      <a:pPr>
                        <a:buNone/>
                      </a:pPr>
                      <a:r>
                        <a:rPr lang="en-IN" b="1"/>
                        <a:t>FastAPI</a:t>
                      </a:r>
                      <a:endParaRPr lang="en-IN"/>
                    </a:p>
                  </a:txBody>
                  <a:tcPr anchor="ctr"/>
                </a:tc>
                <a:tc>
                  <a:txBody>
                    <a:bodyPr/>
                    <a:lstStyle/>
                    <a:p>
                      <a:pPr>
                        <a:buNone/>
                      </a:pPr>
                      <a:r>
                        <a:rPr lang="en-IN"/>
                        <a:t>Handles AI services, interview logic, APIs, and communication between frontend and AI modules</a:t>
                      </a:r>
                    </a:p>
                  </a:txBody>
                  <a:tcPr anchor="ctr"/>
                </a:tc>
                <a:extLst>
                  <a:ext uri="{0D108BD9-81ED-4DB2-BD59-A6C34878D82A}">
                    <a16:rowId xmlns:a16="http://schemas.microsoft.com/office/drawing/2014/main" val="2254142434"/>
                  </a:ext>
                </a:extLst>
              </a:tr>
              <a:tr h="618915">
                <a:tc>
                  <a:txBody>
                    <a:bodyPr/>
                    <a:lstStyle/>
                    <a:p>
                      <a:pPr>
                        <a:buNone/>
                      </a:pPr>
                      <a:r>
                        <a:rPr lang="en-IN" b="1"/>
                        <a:t>Backend / Enterprise Services</a:t>
                      </a:r>
                      <a:endParaRPr lang="en-IN"/>
                    </a:p>
                  </a:txBody>
                  <a:tcPr anchor="ctr"/>
                </a:tc>
                <a:tc>
                  <a:txBody>
                    <a:bodyPr/>
                    <a:lstStyle/>
                    <a:p>
                      <a:pPr>
                        <a:buNone/>
                      </a:pPr>
                      <a:r>
                        <a:rPr lang="en-IN" b="1"/>
                        <a:t>Spring Boot</a:t>
                      </a:r>
                      <a:endParaRPr lang="en-IN"/>
                    </a:p>
                  </a:txBody>
                  <a:tcPr anchor="ctr"/>
                </a:tc>
                <a:tc>
                  <a:txBody>
                    <a:bodyPr/>
                    <a:lstStyle/>
                    <a:p>
                      <a:pPr>
                        <a:buNone/>
                      </a:pPr>
                      <a:r>
                        <a:rPr lang="en-IN"/>
                        <a:t>Manages application services, candidate data, assessment workflows, and backend integration</a:t>
                      </a:r>
                    </a:p>
                  </a:txBody>
                  <a:tcPr anchor="ctr"/>
                </a:tc>
                <a:extLst>
                  <a:ext uri="{0D108BD9-81ED-4DB2-BD59-A6C34878D82A}">
                    <a16:rowId xmlns:a16="http://schemas.microsoft.com/office/drawing/2014/main" val="1272303994"/>
                  </a:ext>
                </a:extLst>
              </a:tr>
              <a:tr h="851849">
                <a:tc>
                  <a:txBody>
                    <a:bodyPr/>
                    <a:lstStyle/>
                    <a:p>
                      <a:pPr>
                        <a:buNone/>
                      </a:pPr>
                      <a:r>
                        <a:rPr lang="en-IN" b="1"/>
                        <a:t>AI / LLM</a:t>
                      </a:r>
                      <a:endParaRPr lang="en-IN"/>
                    </a:p>
                  </a:txBody>
                  <a:tcPr anchor="ctr"/>
                </a:tc>
                <a:tc>
                  <a:txBody>
                    <a:bodyPr/>
                    <a:lstStyle/>
                    <a:p>
                      <a:pPr>
                        <a:buNone/>
                      </a:pPr>
                      <a:r>
                        <a:rPr lang="en-IN" b="1" dirty="0"/>
                        <a:t>GPT-5 API</a:t>
                      </a:r>
                      <a:endParaRPr lang="en-IN" dirty="0"/>
                    </a:p>
                  </a:txBody>
                  <a:tcPr anchor="ctr"/>
                </a:tc>
                <a:tc>
                  <a:txBody>
                    <a:bodyPr/>
                    <a:lstStyle/>
                    <a:p>
                      <a:pPr>
                        <a:buNone/>
                      </a:pPr>
                      <a:r>
                        <a:rPr lang="en-IN" dirty="0"/>
                        <a:t>Generates adaptive questions, follow-up questions, evaluates responses, and produces personalized feedback</a:t>
                      </a:r>
                    </a:p>
                  </a:txBody>
                  <a:tcPr anchor="ctr"/>
                </a:tc>
                <a:extLst>
                  <a:ext uri="{0D108BD9-81ED-4DB2-BD59-A6C34878D82A}">
                    <a16:rowId xmlns:a16="http://schemas.microsoft.com/office/drawing/2014/main" val="3018431285"/>
                  </a:ext>
                </a:extLst>
              </a:tr>
              <a:tr h="596295">
                <a:tc>
                  <a:txBody>
                    <a:bodyPr/>
                    <a:lstStyle/>
                    <a:p>
                      <a:pPr>
                        <a:buNone/>
                      </a:pPr>
                      <a:r>
                        <a:rPr lang="en-IN" b="1"/>
                        <a:t>Speech AI</a:t>
                      </a:r>
                      <a:endParaRPr lang="en-IN"/>
                    </a:p>
                  </a:txBody>
                  <a:tcPr anchor="ctr"/>
                </a:tc>
                <a:tc>
                  <a:txBody>
                    <a:bodyPr/>
                    <a:lstStyle/>
                    <a:p>
                      <a:pPr>
                        <a:buNone/>
                      </a:pPr>
                      <a:r>
                        <a:rPr lang="en-IN" b="1" dirty="0"/>
                        <a:t>Whisper</a:t>
                      </a:r>
                      <a:endParaRPr lang="en-IN" dirty="0"/>
                    </a:p>
                  </a:txBody>
                  <a:tcPr anchor="ctr"/>
                </a:tc>
                <a:tc>
                  <a:txBody>
                    <a:bodyPr/>
                    <a:lstStyle/>
                    <a:p>
                      <a:pPr>
                        <a:buNone/>
                      </a:pPr>
                      <a:r>
                        <a:rPr lang="en-IN"/>
                        <a:t>Converts candidate voice responses into text for interview analysis</a:t>
                      </a:r>
                    </a:p>
                  </a:txBody>
                  <a:tcPr anchor="ctr"/>
                </a:tc>
                <a:extLst>
                  <a:ext uri="{0D108BD9-81ED-4DB2-BD59-A6C34878D82A}">
                    <a16:rowId xmlns:a16="http://schemas.microsoft.com/office/drawing/2014/main" val="3505727165"/>
                  </a:ext>
                </a:extLst>
              </a:tr>
              <a:tr h="596295">
                <a:tc>
                  <a:txBody>
                    <a:bodyPr/>
                    <a:lstStyle/>
                    <a:p>
                      <a:pPr>
                        <a:buNone/>
                      </a:pPr>
                      <a:r>
                        <a:rPr lang="en-IN" b="1"/>
                        <a:t>Agentic AI</a:t>
                      </a:r>
                      <a:endParaRPr lang="en-IN"/>
                    </a:p>
                  </a:txBody>
                  <a:tcPr anchor="ctr"/>
                </a:tc>
                <a:tc>
                  <a:txBody>
                    <a:bodyPr/>
                    <a:lstStyle/>
                    <a:p>
                      <a:pPr>
                        <a:buNone/>
                      </a:pPr>
                      <a:r>
                        <a:rPr lang="en-IN" b="1"/>
                        <a:t>LangChain</a:t>
                      </a:r>
                      <a:endParaRPr lang="en-IN"/>
                    </a:p>
                  </a:txBody>
                  <a:tcPr anchor="ctr"/>
                </a:tc>
                <a:tc>
                  <a:txBody>
                    <a:bodyPr/>
                    <a:lstStyle/>
                    <a:p>
                      <a:pPr>
                        <a:buNone/>
                      </a:pPr>
                      <a:r>
                        <a:rPr lang="en-IN"/>
                        <a:t>Orchestrates the interview agent, manages context, and controls the adaptive question flow</a:t>
                      </a:r>
                    </a:p>
                  </a:txBody>
                  <a:tcPr anchor="ctr"/>
                </a:tc>
                <a:extLst>
                  <a:ext uri="{0D108BD9-81ED-4DB2-BD59-A6C34878D82A}">
                    <a16:rowId xmlns:a16="http://schemas.microsoft.com/office/drawing/2014/main" val="1276008558"/>
                  </a:ext>
                </a:extLst>
              </a:tr>
              <a:tr h="618915">
                <a:tc>
                  <a:txBody>
                    <a:bodyPr/>
                    <a:lstStyle/>
                    <a:p>
                      <a:pPr>
                        <a:buNone/>
                      </a:pPr>
                      <a:r>
                        <a:rPr lang="en-IN" b="1"/>
                        <a:t>Database</a:t>
                      </a:r>
                      <a:endParaRPr lang="en-IN"/>
                    </a:p>
                  </a:txBody>
                  <a:tcPr anchor="ctr"/>
                </a:tc>
                <a:tc>
                  <a:txBody>
                    <a:bodyPr/>
                    <a:lstStyle/>
                    <a:p>
                      <a:pPr>
                        <a:buNone/>
                      </a:pPr>
                      <a:r>
                        <a:rPr lang="en-IN" b="1"/>
                        <a:t>PostgreSQL</a:t>
                      </a:r>
                      <a:endParaRPr lang="en-IN"/>
                    </a:p>
                  </a:txBody>
                  <a:tcPr anchor="ctr"/>
                </a:tc>
                <a:tc>
                  <a:txBody>
                    <a:bodyPr/>
                    <a:lstStyle/>
                    <a:p>
                      <a:pPr>
                        <a:buNone/>
                      </a:pPr>
                      <a:r>
                        <a:rPr lang="en-IN"/>
                        <a:t>Stores candidate profiles, interview questions, responses, scores, skill assessments, and feedback</a:t>
                      </a:r>
                    </a:p>
                  </a:txBody>
                  <a:tcPr anchor="ctr"/>
                </a:tc>
                <a:extLst>
                  <a:ext uri="{0D108BD9-81ED-4DB2-BD59-A6C34878D82A}">
                    <a16:rowId xmlns:a16="http://schemas.microsoft.com/office/drawing/2014/main" val="1481370070"/>
                  </a:ext>
                </a:extLst>
              </a:tr>
              <a:tr h="596295">
                <a:tc>
                  <a:txBody>
                    <a:bodyPr/>
                    <a:lstStyle/>
                    <a:p>
                      <a:pPr>
                        <a:buNone/>
                      </a:pPr>
                      <a:r>
                        <a:rPr lang="en-IN" b="1"/>
                        <a:t>Containerization</a:t>
                      </a:r>
                      <a:endParaRPr lang="en-IN"/>
                    </a:p>
                  </a:txBody>
                  <a:tcPr anchor="ctr"/>
                </a:tc>
                <a:tc>
                  <a:txBody>
                    <a:bodyPr/>
                    <a:lstStyle/>
                    <a:p>
                      <a:pPr>
                        <a:buNone/>
                      </a:pPr>
                      <a:r>
                        <a:rPr lang="en-IN" b="1"/>
                        <a:t>Docker</a:t>
                      </a:r>
                      <a:endParaRPr lang="en-IN"/>
                    </a:p>
                  </a:txBody>
                  <a:tcPr anchor="ctr"/>
                </a:tc>
                <a:tc>
                  <a:txBody>
                    <a:bodyPr/>
                    <a:lstStyle/>
                    <a:p>
                      <a:pPr>
                        <a:buNone/>
                      </a:pPr>
                      <a:r>
                        <a:rPr lang="en-IN" dirty="0"/>
                        <a:t>Packages and runs the frontend, backend, and AI services consistently</a:t>
                      </a:r>
                    </a:p>
                  </a:txBody>
                  <a:tcPr anchor="ctr"/>
                </a:tc>
                <a:extLst>
                  <a:ext uri="{0D108BD9-81ED-4DB2-BD59-A6C34878D82A}">
                    <a16:rowId xmlns:a16="http://schemas.microsoft.com/office/drawing/2014/main" val="1538188310"/>
                  </a:ext>
                </a:extLst>
              </a:tr>
            </a:tbl>
          </a:graphicData>
        </a:graphic>
      </p:graphicFrame>
    </p:spTree>
    <p:extLst>
      <p:ext uri="{BB962C8B-B14F-4D97-AF65-F5344CB8AC3E}">
        <p14:creationId xmlns:p14="http://schemas.microsoft.com/office/powerpoint/2010/main" val="42590170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BC6D84-077B-7007-4B63-807557EC6377}"/>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D4387226-F29E-0041-5581-4EF07C7198F1}"/>
              </a:ext>
            </a:extLst>
          </p:cNvPr>
          <p:cNvSpPr txBox="1"/>
          <p:nvPr/>
        </p:nvSpPr>
        <p:spPr>
          <a:xfrm>
            <a:off x="1562310" y="372831"/>
            <a:ext cx="8405879" cy="646331"/>
          </a:xfrm>
          <a:prstGeom prst="rect">
            <a:avLst/>
          </a:prstGeom>
          <a:noFill/>
        </p:spPr>
        <p:txBody>
          <a:bodyPr wrap="square">
            <a:spAutoFit/>
          </a:bodyPr>
          <a:lstStyle/>
          <a:p>
            <a:pPr algn="ctr"/>
            <a:r>
              <a:rPr lang="en-US" sz="3600" b="1" dirty="0">
                <a:solidFill>
                  <a:srgbClr val="C00000"/>
                </a:solidFill>
              </a:rPr>
              <a:t>Innovation, Creativity</a:t>
            </a:r>
          </a:p>
        </p:txBody>
      </p:sp>
      <p:pic>
        <p:nvPicPr>
          <p:cNvPr id="3" name="Picture 2">
            <a:extLst>
              <a:ext uri="{FF2B5EF4-FFF2-40B4-BE49-F238E27FC236}">
                <a16:creationId xmlns:a16="http://schemas.microsoft.com/office/drawing/2014/main" id="{1BC5F926-1E4C-4031-B9E9-6A17F126A332}"/>
              </a:ext>
            </a:extLst>
          </p:cNvPr>
          <p:cNvPicPr>
            <a:picLocks noChangeAspect="1"/>
          </p:cNvPicPr>
          <p:nvPr/>
        </p:nvPicPr>
        <p:blipFill>
          <a:blip r:embed="rId2"/>
          <a:stretch>
            <a:fillRect/>
          </a:stretch>
        </p:blipFill>
        <p:spPr>
          <a:xfrm>
            <a:off x="10249380" y="0"/>
            <a:ext cx="1942620" cy="622550"/>
          </a:xfrm>
          <a:prstGeom prst="rect">
            <a:avLst/>
          </a:prstGeom>
        </p:spPr>
      </p:pic>
      <p:sp>
        <p:nvSpPr>
          <p:cNvPr id="4" name="TextBox 3">
            <a:extLst>
              <a:ext uri="{FF2B5EF4-FFF2-40B4-BE49-F238E27FC236}">
                <a16:creationId xmlns:a16="http://schemas.microsoft.com/office/drawing/2014/main" id="{486D1D1C-8D6D-DDC3-0DDC-59A928EE5A41}"/>
              </a:ext>
            </a:extLst>
          </p:cNvPr>
          <p:cNvSpPr txBox="1"/>
          <p:nvPr/>
        </p:nvSpPr>
        <p:spPr>
          <a:xfrm>
            <a:off x="959224" y="1256995"/>
            <a:ext cx="10820400" cy="4770537"/>
          </a:xfrm>
          <a:prstGeom prst="rect">
            <a:avLst/>
          </a:prstGeom>
          <a:noFill/>
        </p:spPr>
        <p:txBody>
          <a:bodyPr wrap="square">
            <a:spAutoFit/>
          </a:bodyPr>
          <a:lstStyle/>
          <a:p>
            <a:pPr>
              <a:buNone/>
            </a:pPr>
            <a:r>
              <a:rPr lang="en-IN" sz="1600" b="1" dirty="0"/>
              <a:t>1. Agentic Interviewer</a:t>
            </a:r>
          </a:p>
          <a:p>
            <a:pPr>
              <a:buNone/>
            </a:pPr>
            <a:r>
              <a:rPr lang="en-IN" sz="1600" b="1" dirty="0"/>
              <a:t>Existing:</a:t>
            </a:r>
            <a:r>
              <a:rPr lang="en-IN" sz="1600" dirty="0"/>
              <a:t> Fixed interviewer/question sequence.</a:t>
            </a:r>
          </a:p>
          <a:p>
            <a:pPr>
              <a:buNone/>
            </a:pPr>
            <a:r>
              <a:rPr lang="en-IN" sz="1600" b="1" dirty="0"/>
              <a:t>Our Approach:</a:t>
            </a:r>
            <a:r>
              <a:rPr lang="en-IN" sz="1600" dirty="0"/>
              <a:t> AI agent dynamically decides what question should be asked next.</a:t>
            </a:r>
          </a:p>
          <a:p>
            <a:pPr>
              <a:buNone/>
            </a:pPr>
            <a:r>
              <a:rPr lang="en-IN" sz="1600" b="1" dirty="0"/>
              <a:t>Benefit:</a:t>
            </a:r>
            <a:r>
              <a:rPr lang="en-IN" sz="1600" dirty="0"/>
              <a:t> Creates a personalized interview flow.</a:t>
            </a:r>
          </a:p>
          <a:p>
            <a:pPr>
              <a:buNone/>
            </a:pPr>
            <a:endParaRPr lang="en-IN" sz="1600" dirty="0"/>
          </a:p>
          <a:p>
            <a:pPr>
              <a:buNone/>
            </a:pPr>
            <a:r>
              <a:rPr lang="en-IN" sz="1600" b="1" dirty="0"/>
              <a:t>2. Adaptive Difficulty</a:t>
            </a:r>
          </a:p>
          <a:p>
            <a:pPr>
              <a:buNone/>
            </a:pPr>
            <a:r>
              <a:rPr lang="en-IN" sz="1600" b="1" dirty="0"/>
              <a:t>Existing:</a:t>
            </a:r>
            <a:r>
              <a:rPr lang="en-IN" sz="1600" dirty="0"/>
              <a:t> Same difficulty for all candidates.</a:t>
            </a:r>
          </a:p>
          <a:p>
            <a:pPr>
              <a:buNone/>
            </a:pPr>
            <a:r>
              <a:rPr lang="en-IN" sz="1600" b="1" dirty="0"/>
              <a:t>Our Approach:</a:t>
            </a:r>
            <a:r>
              <a:rPr lang="en-IN" sz="1600" dirty="0"/>
              <a:t> Difficulty changes according to candidate performance.</a:t>
            </a:r>
          </a:p>
          <a:p>
            <a:pPr>
              <a:buNone/>
            </a:pPr>
            <a:r>
              <a:rPr lang="en-IN" sz="1600" b="1" dirty="0"/>
              <a:t>Benefit:</a:t>
            </a:r>
            <a:r>
              <a:rPr lang="en-IN" sz="1600" dirty="0"/>
              <a:t> Provides an appropriately challenging assessment.</a:t>
            </a:r>
          </a:p>
          <a:p>
            <a:pPr>
              <a:buNone/>
            </a:pPr>
            <a:endParaRPr lang="en-IN" sz="1600" dirty="0"/>
          </a:p>
          <a:p>
            <a:pPr>
              <a:buNone/>
            </a:pPr>
            <a:r>
              <a:rPr lang="en-IN" sz="1600" b="1" dirty="0"/>
              <a:t>3. Multi-Skill Evaluation</a:t>
            </a:r>
          </a:p>
          <a:p>
            <a:pPr>
              <a:buNone/>
            </a:pPr>
            <a:r>
              <a:rPr lang="en-IN" sz="1600" b="1" dirty="0"/>
              <a:t>Existing:</a:t>
            </a:r>
            <a:r>
              <a:rPr lang="en-IN" sz="1600" dirty="0"/>
              <a:t> Technical tests are often separated from communication/</a:t>
            </a:r>
            <a:r>
              <a:rPr lang="en-IN" sz="1600" dirty="0" err="1"/>
              <a:t>behavioral</a:t>
            </a:r>
            <a:r>
              <a:rPr lang="en-IN" sz="1600" dirty="0"/>
              <a:t> evaluation.</a:t>
            </a:r>
          </a:p>
          <a:p>
            <a:pPr>
              <a:buNone/>
            </a:pPr>
            <a:r>
              <a:rPr lang="en-IN" sz="1600" b="1" dirty="0"/>
              <a:t>Our Approach:</a:t>
            </a:r>
            <a:r>
              <a:rPr lang="en-IN" sz="1600" dirty="0"/>
              <a:t> Combines multiple skill dimensions.</a:t>
            </a:r>
          </a:p>
          <a:p>
            <a:pPr>
              <a:buNone/>
            </a:pPr>
            <a:r>
              <a:rPr lang="en-IN" sz="1600" b="1" dirty="0"/>
              <a:t>Benefit:</a:t>
            </a:r>
            <a:r>
              <a:rPr lang="en-IN" sz="1600" dirty="0"/>
              <a:t> Provides a more comprehensive candidate profile.</a:t>
            </a:r>
            <a:br>
              <a:rPr lang="en-IN" sz="1600" dirty="0"/>
            </a:br>
            <a:endParaRPr lang="en-IN" sz="1600" dirty="0"/>
          </a:p>
          <a:p>
            <a:pPr>
              <a:buNone/>
            </a:pPr>
            <a:r>
              <a:rPr lang="en-IN" sz="1600" b="1" dirty="0"/>
              <a:t>4. Personalized Career Feedback</a:t>
            </a:r>
          </a:p>
          <a:p>
            <a:pPr>
              <a:buNone/>
            </a:pPr>
            <a:r>
              <a:rPr lang="en-IN" sz="1600" b="1" dirty="0"/>
              <a:t>Existing:</a:t>
            </a:r>
            <a:r>
              <a:rPr lang="en-IN" sz="1600" dirty="0"/>
              <a:t> Assessment ends with a score.</a:t>
            </a:r>
          </a:p>
          <a:p>
            <a:pPr>
              <a:buNone/>
            </a:pPr>
            <a:r>
              <a:rPr lang="en-IN" sz="1600" b="1" dirty="0"/>
              <a:t>Our Approach:</a:t>
            </a:r>
            <a:r>
              <a:rPr lang="en-IN" sz="1600" dirty="0"/>
              <a:t> Converts assessment results into personalized improvement recommendations.</a:t>
            </a:r>
          </a:p>
          <a:p>
            <a:pPr>
              <a:buNone/>
            </a:pPr>
            <a:r>
              <a:rPr lang="en-IN" sz="1600" b="1" dirty="0"/>
              <a:t>Benefit:</a:t>
            </a:r>
            <a:r>
              <a:rPr lang="en-IN" sz="1600" dirty="0"/>
              <a:t> Helps candidates prepare for future interviews and career opportunities.</a:t>
            </a:r>
          </a:p>
        </p:txBody>
      </p:sp>
    </p:spTree>
    <p:extLst>
      <p:ext uri="{BB962C8B-B14F-4D97-AF65-F5344CB8AC3E}">
        <p14:creationId xmlns:p14="http://schemas.microsoft.com/office/powerpoint/2010/main" val="35241353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8AA2CC-2C9A-D968-2F38-FFC4A7D23869}"/>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9EF7CE10-08D9-83CF-7508-12575531E1E0}"/>
              </a:ext>
            </a:extLst>
          </p:cNvPr>
          <p:cNvSpPr txBox="1"/>
          <p:nvPr/>
        </p:nvSpPr>
        <p:spPr>
          <a:xfrm>
            <a:off x="2140250" y="330601"/>
            <a:ext cx="7234014" cy="707886"/>
          </a:xfrm>
          <a:prstGeom prst="rect">
            <a:avLst/>
          </a:prstGeom>
          <a:noFill/>
        </p:spPr>
        <p:txBody>
          <a:bodyPr wrap="square">
            <a:spAutoFit/>
          </a:bodyPr>
          <a:lstStyle/>
          <a:p>
            <a:pPr algn="ctr"/>
            <a:r>
              <a:rPr lang="en-US" sz="4000" b="1" dirty="0">
                <a:solidFill>
                  <a:srgbClr val="C00000"/>
                </a:solidFill>
              </a:rPr>
              <a:t>Feasibility </a:t>
            </a:r>
          </a:p>
        </p:txBody>
      </p:sp>
      <p:pic>
        <p:nvPicPr>
          <p:cNvPr id="4" name="Picture 3">
            <a:extLst>
              <a:ext uri="{FF2B5EF4-FFF2-40B4-BE49-F238E27FC236}">
                <a16:creationId xmlns:a16="http://schemas.microsoft.com/office/drawing/2014/main" id="{F971D25F-D310-56FA-A58E-B7B79C7D857D}"/>
              </a:ext>
            </a:extLst>
          </p:cNvPr>
          <p:cNvPicPr>
            <a:picLocks noChangeAspect="1"/>
          </p:cNvPicPr>
          <p:nvPr/>
        </p:nvPicPr>
        <p:blipFill>
          <a:blip r:embed="rId3"/>
          <a:stretch>
            <a:fillRect/>
          </a:stretch>
        </p:blipFill>
        <p:spPr>
          <a:xfrm>
            <a:off x="10249380" y="262093"/>
            <a:ext cx="1942620" cy="622550"/>
          </a:xfrm>
          <a:prstGeom prst="rect">
            <a:avLst/>
          </a:prstGeom>
        </p:spPr>
      </p:pic>
      <p:sp>
        <p:nvSpPr>
          <p:cNvPr id="6" name="TextBox 5">
            <a:extLst>
              <a:ext uri="{FF2B5EF4-FFF2-40B4-BE49-F238E27FC236}">
                <a16:creationId xmlns:a16="http://schemas.microsoft.com/office/drawing/2014/main" id="{A9E80640-AE6B-C1B8-980F-F94AF7F82E17}"/>
              </a:ext>
            </a:extLst>
          </p:cNvPr>
          <p:cNvSpPr txBox="1"/>
          <p:nvPr/>
        </p:nvSpPr>
        <p:spPr>
          <a:xfrm>
            <a:off x="421341" y="1179034"/>
            <a:ext cx="11770659" cy="5262979"/>
          </a:xfrm>
          <a:prstGeom prst="rect">
            <a:avLst/>
          </a:prstGeom>
          <a:noFill/>
        </p:spPr>
        <p:txBody>
          <a:bodyPr wrap="square">
            <a:spAutoFit/>
          </a:bodyPr>
          <a:lstStyle/>
          <a:p>
            <a:pPr>
              <a:buNone/>
            </a:pPr>
            <a:r>
              <a:rPr lang="en-IN" sz="1600" b="1" dirty="0"/>
              <a:t>1. Technical Feasibility</a:t>
            </a:r>
          </a:p>
          <a:p>
            <a:pPr algn="just">
              <a:buNone/>
            </a:pPr>
            <a:r>
              <a:rPr lang="en-IN" sz="1600" dirty="0"/>
              <a:t>The system is technically feasible using existing </a:t>
            </a:r>
            <a:r>
              <a:rPr lang="en-IN" sz="1600" b="1" dirty="0"/>
              <a:t>NLP, LLM, machine-learning, speech-to-text, and web technologies</a:t>
            </a:r>
            <a:r>
              <a:rPr lang="en-IN" sz="1600" dirty="0"/>
              <a:t>.</a:t>
            </a:r>
          </a:p>
          <a:p>
            <a:pPr algn="just">
              <a:buNone/>
            </a:pPr>
            <a:r>
              <a:rPr lang="en-IN" sz="1600" dirty="0"/>
              <a:t>The adaptive agent can be implemented using existing AI/LLM frameworks, while candidate responses can be processed using NLP models.</a:t>
            </a:r>
          </a:p>
          <a:p>
            <a:pPr>
              <a:buNone/>
            </a:pPr>
            <a:r>
              <a:rPr lang="en-IN" sz="1600" b="1" dirty="0"/>
              <a:t>2. Economic Feasibility</a:t>
            </a:r>
          </a:p>
          <a:p>
            <a:pPr algn="just">
              <a:buNone/>
            </a:pPr>
            <a:r>
              <a:rPr lang="en-IN" sz="1600" dirty="0"/>
              <a:t>The prototype can be developed using:</a:t>
            </a:r>
          </a:p>
          <a:p>
            <a:pPr marL="342900" lvl="0" indent="-342900" algn="just">
              <a:buFont typeface="Arial" panose="020B0604020202020204" pitchFamily="34" charset="0"/>
              <a:buChar char="•"/>
            </a:pPr>
            <a:r>
              <a:rPr lang="en-IN" sz="1600" dirty="0"/>
              <a:t>Open-source AI/ML libraries </a:t>
            </a:r>
          </a:p>
          <a:p>
            <a:pPr marL="342900" lvl="0" indent="-342900" algn="just">
              <a:buFont typeface="Arial" panose="020B0604020202020204" pitchFamily="34" charset="0"/>
              <a:buChar char="•"/>
            </a:pPr>
            <a:r>
              <a:rPr lang="en-IN" sz="1600" dirty="0"/>
              <a:t>Public datasets </a:t>
            </a:r>
          </a:p>
          <a:p>
            <a:pPr marL="342900" lvl="0" indent="-342900" algn="just">
              <a:buFont typeface="Arial" panose="020B0604020202020204" pitchFamily="34" charset="0"/>
              <a:buChar char="•"/>
            </a:pPr>
            <a:r>
              <a:rPr lang="en-IN" sz="1600" dirty="0"/>
              <a:t>Open-source development frameworks </a:t>
            </a:r>
          </a:p>
          <a:p>
            <a:pPr marL="342900" lvl="0" indent="-342900" algn="just">
              <a:buFont typeface="Arial" panose="020B0604020202020204" pitchFamily="34" charset="0"/>
              <a:buChar char="•"/>
            </a:pPr>
            <a:r>
              <a:rPr lang="en-IN" sz="1600" dirty="0"/>
              <a:t>Existing pretrained models </a:t>
            </a:r>
          </a:p>
          <a:p>
            <a:pPr algn="just">
              <a:buNone/>
            </a:pPr>
            <a:r>
              <a:rPr lang="en-IN" sz="1600" dirty="0"/>
              <a:t>This reduces development cost.</a:t>
            </a:r>
          </a:p>
          <a:p>
            <a:pPr>
              <a:buNone/>
            </a:pPr>
            <a:r>
              <a:rPr lang="en-IN" sz="1600" b="1" dirty="0"/>
              <a:t>3. Operational Feasibility</a:t>
            </a:r>
          </a:p>
          <a:p>
            <a:pPr algn="just">
              <a:buNone/>
            </a:pPr>
            <a:r>
              <a:rPr lang="en-IN" sz="1600" dirty="0"/>
              <a:t>The system provides a simple workflow: </a:t>
            </a:r>
            <a:r>
              <a:rPr lang="en-IN" sz="1600" b="1" dirty="0"/>
              <a:t>Candidate → Interview → AI Assessment → Feedback → Career Report</a:t>
            </a:r>
            <a:endParaRPr lang="en-IN" sz="1600" dirty="0"/>
          </a:p>
          <a:p>
            <a:pPr algn="just">
              <a:buNone/>
            </a:pPr>
            <a:r>
              <a:rPr lang="en-IN" sz="1600" dirty="0"/>
              <a:t>Candidates can interact with the system without requiring specialized technical knowledge.</a:t>
            </a:r>
          </a:p>
          <a:p>
            <a:pPr>
              <a:buNone/>
            </a:pPr>
            <a:r>
              <a:rPr lang="en-IN" sz="1600" b="1" dirty="0"/>
              <a:t>4. Integration Feasibility</a:t>
            </a:r>
          </a:p>
          <a:p>
            <a:pPr>
              <a:buNone/>
            </a:pPr>
            <a:r>
              <a:rPr lang="en-IN" sz="1600" dirty="0"/>
              <a:t>Different components can be integrated through APIs: </a:t>
            </a:r>
            <a:r>
              <a:rPr lang="en-IN" sz="1600" b="1" dirty="0"/>
              <a:t>Frontend ↔ Backend ↔ AI Models ↔ Database ↔ Dashboard</a:t>
            </a:r>
          </a:p>
          <a:p>
            <a:pPr>
              <a:buNone/>
            </a:pPr>
            <a:endParaRPr lang="en-IN" sz="1600" dirty="0"/>
          </a:p>
          <a:p>
            <a:pPr>
              <a:buNone/>
            </a:pPr>
            <a:r>
              <a:rPr lang="en-IN" sz="1600" b="1" dirty="0"/>
              <a:t>Overall Feasibility</a:t>
            </a:r>
          </a:p>
          <a:p>
            <a:pPr algn="just">
              <a:buNone/>
            </a:pPr>
            <a:r>
              <a:rPr lang="en-IN" sz="1600" dirty="0"/>
              <a:t>The project is feasible because it uses </a:t>
            </a:r>
            <a:r>
              <a:rPr lang="en-IN" sz="1600" b="1" dirty="0"/>
              <a:t>existing AI technologies in a new integrated architecture</a:t>
            </a:r>
            <a:r>
              <a:rPr lang="en-IN" sz="1600" dirty="0"/>
              <a:t>. The major contribution is the combination of </a:t>
            </a:r>
            <a:r>
              <a:rPr lang="en-IN" sz="1600" b="1" dirty="0"/>
              <a:t>agentic interviewing, adaptive assessment, continuous feedback, and career-readiness analysis</a:t>
            </a:r>
            <a:r>
              <a:rPr lang="en-IN" sz="1600" dirty="0"/>
              <a:t>.</a:t>
            </a:r>
          </a:p>
          <a:p>
            <a:pPr>
              <a:buNone/>
            </a:pPr>
            <a:r>
              <a:rPr lang="en-IN" sz="1600" dirty="0"/>
              <a:t> </a:t>
            </a:r>
          </a:p>
        </p:txBody>
      </p:sp>
    </p:spTree>
    <p:extLst>
      <p:ext uri="{BB962C8B-B14F-4D97-AF65-F5344CB8AC3E}">
        <p14:creationId xmlns:p14="http://schemas.microsoft.com/office/powerpoint/2010/main" val="41188552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8D1785-B3D2-1527-55EF-1EF7715DADEE}"/>
              </a:ext>
            </a:extLst>
          </p:cNvPr>
          <p:cNvSpPr>
            <a:spLocks noGrp="1"/>
          </p:cNvSpPr>
          <p:nvPr>
            <p:ph type="title"/>
          </p:nvPr>
        </p:nvSpPr>
        <p:spPr>
          <a:xfrm>
            <a:off x="560481" y="347196"/>
            <a:ext cx="10515600" cy="1325563"/>
          </a:xfrm>
        </p:spPr>
        <p:txBody>
          <a:bodyPr/>
          <a:lstStyle/>
          <a:p>
            <a:pPr algn="ctr"/>
            <a:r>
              <a:rPr lang="en-US" sz="3200" b="1" dirty="0">
                <a:solidFill>
                  <a:srgbClr val="FF0000"/>
                </a:solidFill>
              </a:rPr>
              <a:t>Project Architecture/Project Overview:</a:t>
            </a:r>
            <a:br>
              <a:rPr lang="en-IN" dirty="0"/>
            </a:br>
            <a:endParaRPr lang="en-IN" dirty="0"/>
          </a:p>
        </p:txBody>
      </p:sp>
      <p:pic>
        <p:nvPicPr>
          <p:cNvPr id="9" name="Picture 8">
            <a:extLst>
              <a:ext uri="{FF2B5EF4-FFF2-40B4-BE49-F238E27FC236}">
                <a16:creationId xmlns:a16="http://schemas.microsoft.com/office/drawing/2014/main" id="{39593604-02CD-3843-F60D-D9404773176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26776" y="1093693"/>
            <a:ext cx="9547411" cy="5065060"/>
          </a:xfrm>
          <a:prstGeom prst="rect">
            <a:avLst/>
          </a:prstGeom>
        </p:spPr>
      </p:pic>
    </p:spTree>
    <p:extLst>
      <p:ext uri="{BB962C8B-B14F-4D97-AF65-F5344CB8AC3E}">
        <p14:creationId xmlns:p14="http://schemas.microsoft.com/office/powerpoint/2010/main" val="40199366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4A0A96-0885-080F-EF5C-1FF1A34051B1}"/>
              </a:ext>
            </a:extLst>
          </p:cNvPr>
          <p:cNvSpPr>
            <a:spLocks noGrp="1"/>
          </p:cNvSpPr>
          <p:nvPr>
            <p:ph type="title"/>
          </p:nvPr>
        </p:nvSpPr>
        <p:spPr/>
        <p:txBody>
          <a:bodyPr/>
          <a:lstStyle/>
          <a:p>
            <a:pPr algn="ctr"/>
            <a:r>
              <a:rPr lang="en-US" b="1" dirty="0">
                <a:solidFill>
                  <a:srgbClr val="C00000"/>
                </a:solidFill>
              </a:rPr>
              <a:t>Project Plan</a:t>
            </a:r>
            <a:endParaRPr lang="en-IN" dirty="0"/>
          </a:p>
        </p:txBody>
      </p:sp>
      <p:sp>
        <p:nvSpPr>
          <p:cNvPr id="4" name="Content Placeholder 3">
            <a:extLst>
              <a:ext uri="{FF2B5EF4-FFF2-40B4-BE49-F238E27FC236}">
                <a16:creationId xmlns:a16="http://schemas.microsoft.com/office/drawing/2014/main" id="{80A2637A-0C85-03DF-9FEC-6B0AA04CAE94}"/>
              </a:ext>
            </a:extLst>
          </p:cNvPr>
          <p:cNvSpPr>
            <a:spLocks noGrp="1"/>
          </p:cNvSpPr>
          <p:nvPr>
            <p:ph sz="half" idx="2"/>
          </p:nvPr>
        </p:nvSpPr>
        <p:spPr>
          <a:xfrm>
            <a:off x="839788" y="2505075"/>
            <a:ext cx="10366094" cy="3684588"/>
          </a:xfrm>
        </p:spPr>
        <p:txBody>
          <a:bodyPr/>
          <a:lstStyle/>
          <a:p>
            <a:endParaRPr lang="en-IN" dirty="0"/>
          </a:p>
        </p:txBody>
      </p:sp>
      <p:pic>
        <p:nvPicPr>
          <p:cNvPr id="17" name="Picture 16">
            <a:extLst>
              <a:ext uri="{FF2B5EF4-FFF2-40B4-BE49-F238E27FC236}">
                <a16:creationId xmlns:a16="http://schemas.microsoft.com/office/drawing/2014/main" id="{4FBFBEE8-447C-818C-E46D-42A98F4A079C}"/>
              </a:ext>
            </a:extLst>
          </p:cNvPr>
          <p:cNvPicPr>
            <a:picLocks noChangeAspect="1"/>
          </p:cNvPicPr>
          <p:nvPr/>
        </p:nvPicPr>
        <p:blipFill>
          <a:blip r:embed="rId2"/>
          <a:stretch>
            <a:fillRect/>
          </a:stretch>
        </p:blipFill>
        <p:spPr>
          <a:xfrm>
            <a:off x="599187" y="365125"/>
            <a:ext cx="10847295" cy="5890054"/>
          </a:xfrm>
          <a:prstGeom prst="rect">
            <a:avLst/>
          </a:prstGeom>
        </p:spPr>
      </p:pic>
    </p:spTree>
    <p:extLst>
      <p:ext uri="{BB962C8B-B14F-4D97-AF65-F5344CB8AC3E}">
        <p14:creationId xmlns:p14="http://schemas.microsoft.com/office/powerpoint/2010/main" val="101921836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_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989</TotalTime>
  <Words>1358</Words>
  <Application>Microsoft Office PowerPoint</Application>
  <PresentationFormat>Widescreen</PresentationFormat>
  <Paragraphs>172</Paragraphs>
  <Slides>12</Slides>
  <Notes>3</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12</vt:i4>
      </vt:variant>
    </vt:vector>
  </HeadingPairs>
  <TitlesOfParts>
    <vt:vector size="21" baseType="lpstr">
      <vt:lpstr>Aptos</vt:lpstr>
      <vt:lpstr>Aptos Display</vt:lpstr>
      <vt:lpstr>Arial</vt:lpstr>
      <vt:lpstr>Calibri</vt:lpstr>
      <vt:lpstr>Calibri Light</vt:lpstr>
      <vt:lpstr>Cambria</vt:lpstr>
      <vt:lpstr>Times New Roman</vt:lpstr>
      <vt:lpstr>Office Theme</vt:lpstr>
      <vt:lpstr>1_Office Theme</vt:lpstr>
      <vt:lpstr>PowerPoint Presentation</vt:lpstr>
      <vt:lpstr>PowerPoint Presentation</vt:lpstr>
      <vt:lpstr>PowerPoint Presentation</vt:lpstr>
      <vt:lpstr>PowerPoint Presentation</vt:lpstr>
      <vt:lpstr>PowerPoint Presentation</vt:lpstr>
      <vt:lpstr>PowerPoint Presentation</vt:lpstr>
      <vt:lpstr>Novelty</vt:lpstr>
      <vt:lpstr>Tech Stack </vt:lpstr>
      <vt:lpstr>PowerPoint Presentation</vt:lpstr>
      <vt:lpstr>PowerPoint Presentation</vt:lpstr>
      <vt:lpstr>Project Architecture/Project Overview: </vt:lpstr>
      <vt:lpstr>Project Plan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srikanth ch</dc:creator>
  <cp:lastModifiedBy>Emani Mahathi</cp:lastModifiedBy>
  <cp:revision>31</cp:revision>
  <dcterms:created xsi:type="dcterms:W3CDTF">2026-08-08T06:33:56Z</dcterms:created>
  <dcterms:modified xsi:type="dcterms:W3CDTF">2026-08-20T09:29:57Z</dcterms:modified>
</cp:coreProperties>
</file>